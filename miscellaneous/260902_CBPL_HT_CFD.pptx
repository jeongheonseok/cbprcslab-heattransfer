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384" r:id="rId3"/>
    <p:sldId id="385" r:id="rId4"/>
    <p:sldId id="414" r:id="rId5"/>
    <p:sldId id="415" r:id="rId6"/>
    <p:sldId id="420" r:id="rId7"/>
    <p:sldId id="417" r:id="rId8"/>
    <p:sldId id="421" r:id="rId9"/>
    <p:sldId id="422" r:id="rId10"/>
    <p:sldId id="423" r:id="rId11"/>
    <p:sldId id="424" r:id="rId12"/>
    <p:sldId id="425" r:id="rId13"/>
    <p:sldId id="426" r:id="rId14"/>
    <p:sldId id="427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5" r:id="rId31"/>
    <p:sldId id="406" r:id="rId32"/>
    <p:sldId id="407" r:id="rId33"/>
    <p:sldId id="408" r:id="rId34"/>
    <p:sldId id="409" r:id="rId35"/>
    <p:sldId id="410" r:id="rId36"/>
    <p:sldId id="411" r:id="rId37"/>
    <p:sldId id="412" r:id="rId38"/>
    <p:sldId id="413" r:id="rId39"/>
    <p:sldId id="416" r:id="rId40"/>
    <p:sldId id="386" r:id="rId41"/>
    <p:sldId id="387" r:id="rId42"/>
    <p:sldId id="388" r:id="rId43"/>
  </p:sldIdLst>
  <p:sldSz cx="12192000" cy="6858000"/>
  <p:notesSz cx="6858000" cy="9144000"/>
  <p:embeddedFontLst>
    <p:embeddedFont>
      <p:font typeface="Pretendard ExtraLight" panose="020B0600000101010101" charset="-127"/>
      <p:regular r:id="rId46"/>
    </p:embeddedFont>
    <p:embeddedFont>
      <p:font typeface="맑은 고딕" panose="020B0503020000020004" pitchFamily="50" charset="-127"/>
      <p:regular r:id="rId47"/>
      <p:bold r:id="rId48"/>
    </p:embeddedFont>
    <p:embeddedFont>
      <p:font typeface="에스코어 드림 4 Regular" panose="020B0503030302020204" pitchFamily="34" charset="-127"/>
      <p:regular r:id="rId49"/>
    </p:embeddedFont>
    <p:embeddedFont>
      <p:font typeface="에스코어 드림 5 Medium" panose="020B0503030302020204" pitchFamily="34" charset="-127"/>
      <p:regular r:id="rId50"/>
    </p:embeddedFont>
    <p:embeddedFont>
      <p:font typeface="에스코어 드림 6 Bold" panose="020B0703030302020204" pitchFamily="34" charset="-127"/>
      <p:bold r:id="rId51"/>
    </p:embeddedFont>
    <p:embeddedFont>
      <p:font typeface="에스코어 드림 7 ExtraBold" panose="020B0803030302020204" pitchFamily="34" charset="-127"/>
      <p:bold r:id="rId52"/>
    </p:embeddedFont>
    <p:embeddedFont>
      <p:font typeface="에스코어 드림 8 Heavy" panose="020B0903030302020204" pitchFamily="34" charset="-127"/>
      <p:bold r:id="rId5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7DE2D70D-7C54-43E3-883C-406F59F83166}">
          <p14:sldIdLst>
            <p14:sldId id="256"/>
            <p14:sldId id="384"/>
          </p14:sldIdLst>
        </p14:section>
        <p14:section name="ExpA-settings" id="{DDCE66B7-A4F9-4561-8AA0-F094D93C85B7}">
          <p14:sldIdLst>
            <p14:sldId id="385"/>
            <p14:sldId id="414"/>
            <p14:sldId id="415"/>
            <p14:sldId id="420"/>
            <p14:sldId id="417"/>
            <p14:sldId id="421"/>
            <p14:sldId id="422"/>
            <p14:sldId id="423"/>
            <p14:sldId id="424"/>
            <p14:sldId id="425"/>
            <p14:sldId id="426"/>
            <p14:sldId id="427"/>
          </p14:sldIdLst>
        </p14:section>
        <p14:section name="ExpA-results-img" id="{96B9B664-36E5-4BD1-8F29-6F17026E1980}">
          <p14:sldIdLst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</p14:sldIdLst>
        </p14:section>
        <p14:section name="ExpA-Vis" id="{EDEA9E40-F2E2-4A9B-852D-4B5626947146}">
          <p14:sldIdLst>
            <p14:sldId id="416"/>
          </p14:sldIdLst>
        </p14:section>
        <p14:section name="ExpB" id="{2C9E5D0B-FEB1-4E9A-9EA2-0AC32937F0CA}">
          <p14:sldIdLst>
            <p14:sldId id="386"/>
            <p14:sldId id="387"/>
          </p14:sldIdLst>
        </p14:section>
        <p14:section name="Plan" id="{0D4F0A06-0814-4E0A-ADC2-A99BB175B5B0}">
          <p14:sldIdLst>
            <p14:sldId id="3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E3E"/>
    <a:srgbClr val="212121"/>
    <a:srgbClr val="FFA500"/>
    <a:srgbClr val="DC143C"/>
    <a:srgbClr val="40E0D0"/>
    <a:srgbClr val="909EE6"/>
    <a:srgbClr val="D9DEF7"/>
    <a:srgbClr val="00AA48"/>
    <a:srgbClr val="B1B2B6"/>
    <a:srgbClr val="4B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56" autoAdjust="0"/>
    <p:restoredTop sz="95773" autoAdjust="0"/>
  </p:normalViewPr>
  <p:slideViewPr>
    <p:cSldViewPr snapToGrid="0">
      <p:cViewPr>
        <p:scale>
          <a:sx n="108" d="100"/>
          <a:sy n="108" d="100"/>
        </p:scale>
        <p:origin x="9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3" Type="http://schemas.openxmlformats.org/officeDocument/2006/relationships/font" Target="fonts/font8.fntdata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34fe208309845ca2" providerId="LiveId" clId="{BAD1DAAB-45DC-44A0-81FA-85B084071912}"/>
  </pc:docChgLst>
  <pc:docChgLst>
    <pc:chgData name="Seungwoo LEE" userId="b01a36829f3cf0ce" providerId="LiveId" clId="{CC61D88B-3BC7-42A3-B8E8-AB165526F218}"/>
  </pc:docChgLst>
  <pc:docChgLst>
    <pc:chgData userId="34fe208309845ca2" providerId="LiveId" clId="{E6CA08CD-303C-4C4E-802C-7C920DC08037}"/>
    <pc:docChg chg="undo redo custSel addSld delSld modSld sldOrd modSection">
      <pc:chgData name="" userId="34fe208309845ca2" providerId="LiveId" clId="{E6CA08CD-303C-4C4E-802C-7C920DC08037}" dt="2026-09-02T02:34:11.286" v="5567" actId="20577"/>
      <pc:docMkLst>
        <pc:docMk/>
      </pc:docMkLst>
      <pc:sldChg chg="modSp">
        <pc:chgData name="" userId="34fe208309845ca2" providerId="LiveId" clId="{E6CA08CD-303C-4C4E-802C-7C920DC08037}" dt="2026-09-02T01:18:56.996" v="357" actId="20577"/>
        <pc:sldMkLst>
          <pc:docMk/>
          <pc:sldMk cId="3587883508" sldId="256"/>
        </pc:sldMkLst>
        <pc:spChg chg="mod">
          <ac:chgData name="" userId="34fe208309845ca2" providerId="LiveId" clId="{E6CA08CD-303C-4C4E-802C-7C920DC08037}" dt="2026-09-02T01:18:56.996" v="357" actId="20577"/>
          <ac:spMkLst>
            <pc:docMk/>
            <pc:sldMk cId="3587883508" sldId="256"/>
            <ac:spMk id="4" creationId="{8463CE1D-DECE-5FD6-B9F4-C63B67B24AC7}"/>
          </ac:spMkLst>
        </pc:spChg>
        <pc:spChg chg="mod">
          <ac:chgData name="" userId="34fe208309845ca2" providerId="LiveId" clId="{E6CA08CD-303C-4C4E-802C-7C920DC08037}" dt="2026-09-02T01:13:30.247" v="98" actId="20577"/>
          <ac:spMkLst>
            <pc:docMk/>
            <pc:sldMk cId="3587883508" sldId="256"/>
            <ac:spMk id="5" creationId="{9EEBDE8B-50DC-EA26-F13A-85097E4CAE90}"/>
          </ac:spMkLst>
        </pc:spChg>
      </pc:sldChg>
      <pc:sldChg chg="delSp modSp modTransition">
        <pc:chgData name="" userId="34fe208309845ca2" providerId="LiveId" clId="{E6CA08CD-303C-4C4E-802C-7C920DC08037}" dt="2026-09-02T01:25:08.476" v="527"/>
        <pc:sldMkLst>
          <pc:docMk/>
          <pc:sldMk cId="4149002853" sldId="384"/>
        </pc:sldMkLst>
        <pc:spChg chg="mod">
          <ac:chgData name="" userId="34fe208309845ca2" providerId="LiveId" clId="{E6CA08CD-303C-4C4E-802C-7C920DC08037}" dt="2026-09-02T01:18:38.276" v="307" actId="20577"/>
          <ac:spMkLst>
            <pc:docMk/>
            <pc:sldMk cId="4149002853" sldId="384"/>
            <ac:spMk id="2" creationId="{A7D77B2B-515B-F16F-5A04-600561A6C4B9}"/>
          </ac:spMkLst>
        </pc:spChg>
        <pc:spChg chg="del">
          <ac:chgData name="" userId="34fe208309845ca2" providerId="LiveId" clId="{E6CA08CD-303C-4C4E-802C-7C920DC08037}" dt="2026-09-02T01:13:47.455" v="104" actId="478"/>
          <ac:spMkLst>
            <pc:docMk/>
            <pc:sldMk cId="4149002853" sldId="384"/>
            <ac:spMk id="4" creationId="{DB5DAFDE-33D5-EF0A-C878-FCB054B02E10}"/>
          </ac:spMkLst>
        </pc:spChg>
      </pc:sldChg>
      <pc:sldChg chg="addSp delSp modSp">
        <pc:chgData name="" userId="34fe208309845ca2" providerId="LiveId" clId="{E6CA08CD-303C-4C4E-802C-7C920DC08037}" dt="2026-09-02T01:41:08.015" v="1264" actId="1076"/>
        <pc:sldMkLst>
          <pc:docMk/>
          <pc:sldMk cId="1620771188" sldId="385"/>
        </pc:sldMkLst>
        <pc:spChg chg="add del mod">
          <ac:chgData name="" userId="34fe208309845ca2" providerId="LiveId" clId="{E6CA08CD-303C-4C4E-802C-7C920DC08037}" dt="2026-09-02T01:41:00.798" v="1263" actId="2710"/>
          <ac:spMkLst>
            <pc:docMk/>
            <pc:sldMk cId="1620771188" sldId="385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1:33:48.660" v="623" actId="20577"/>
          <ac:spMkLst>
            <pc:docMk/>
            <pc:sldMk cId="1620771188" sldId="385"/>
            <ac:spMk id="3" creationId="{703EA17C-564B-4A4F-A3A6-3EA567721CF3}"/>
          </ac:spMkLst>
        </pc:spChg>
        <pc:spChg chg="mod">
          <ac:chgData name="" userId="34fe208309845ca2" providerId="LiveId" clId="{E6CA08CD-303C-4C4E-802C-7C920DC08037}" dt="2026-09-02T01:34:15.183" v="649" actId="20577"/>
          <ac:spMkLst>
            <pc:docMk/>
            <pc:sldMk cId="1620771188" sldId="385"/>
            <ac:spMk id="4" creationId="{CEA0BC01-00FA-4D0B-94B3-AF594F486943}"/>
          </ac:spMkLst>
        </pc:spChg>
        <pc:spChg chg="add mod">
          <ac:chgData name="" userId="34fe208309845ca2" providerId="LiveId" clId="{E6CA08CD-303C-4C4E-802C-7C920DC08037}" dt="2026-09-02T01:41:08.015" v="1264" actId="1076"/>
          <ac:spMkLst>
            <pc:docMk/>
            <pc:sldMk cId="1620771188" sldId="385"/>
            <ac:spMk id="8" creationId="{B45D2CD5-B6CE-4702-8539-7EA0F64F12F7}"/>
          </ac:spMkLst>
        </pc:spChg>
        <pc:spChg chg="add mod">
          <ac:chgData name="" userId="34fe208309845ca2" providerId="LiveId" clId="{E6CA08CD-303C-4C4E-802C-7C920DC08037}" dt="2026-09-02T01:41:08.015" v="1264" actId="1076"/>
          <ac:spMkLst>
            <pc:docMk/>
            <pc:sldMk cId="1620771188" sldId="385"/>
            <ac:spMk id="9" creationId="{2E9E76C9-0BB3-4F14-84D7-776C3CA7089D}"/>
          </ac:spMkLst>
        </pc:spChg>
        <pc:spChg chg="add mod">
          <ac:chgData name="" userId="34fe208309845ca2" providerId="LiveId" clId="{E6CA08CD-303C-4C4E-802C-7C920DC08037}" dt="2026-09-02T01:41:08.015" v="1264" actId="1076"/>
          <ac:spMkLst>
            <pc:docMk/>
            <pc:sldMk cId="1620771188" sldId="385"/>
            <ac:spMk id="10" creationId="{52E6BB0C-963E-43A1-B646-ED9CC9F5B85D}"/>
          </ac:spMkLst>
        </pc:spChg>
        <pc:picChg chg="add del mod">
          <ac:chgData name="" userId="34fe208309845ca2" providerId="LiveId" clId="{E6CA08CD-303C-4C4E-802C-7C920DC08037}" dt="2026-09-02T01:34:56.250" v="651"/>
          <ac:picMkLst>
            <pc:docMk/>
            <pc:sldMk cId="1620771188" sldId="385"/>
            <ac:picMk id="5" creationId="{81EE34B6-441E-4331-BE32-F79E54EA546E}"/>
          </ac:picMkLst>
        </pc:picChg>
        <pc:picChg chg="add del mod">
          <ac:chgData name="" userId="34fe208309845ca2" providerId="LiveId" clId="{E6CA08CD-303C-4C4E-802C-7C920DC08037}" dt="2026-09-02T01:35:06.634" v="662" actId="478"/>
          <ac:picMkLst>
            <pc:docMk/>
            <pc:sldMk cId="1620771188" sldId="385"/>
            <ac:picMk id="6" creationId="{1201C98E-A208-4190-B68B-1EBD7C8D2ED0}"/>
          </ac:picMkLst>
        </pc:picChg>
        <pc:picChg chg="add mod">
          <ac:chgData name="" userId="34fe208309845ca2" providerId="LiveId" clId="{E6CA08CD-303C-4C4E-802C-7C920DC08037}" dt="2026-09-02T01:41:08.015" v="1264" actId="1076"/>
          <ac:picMkLst>
            <pc:docMk/>
            <pc:sldMk cId="1620771188" sldId="385"/>
            <ac:picMk id="7" creationId="{DC9DEC97-83B6-4169-BBEB-43306CF9E22B}"/>
          </ac:picMkLst>
        </pc:picChg>
      </pc:sldChg>
      <pc:sldChg chg="addSp modSp add">
        <pc:chgData name="" userId="34fe208309845ca2" providerId="LiveId" clId="{E6CA08CD-303C-4C4E-802C-7C920DC08037}" dt="2026-09-02T02:31:10.442" v="5484" actId="14100"/>
        <pc:sldMkLst>
          <pc:docMk/>
          <pc:sldMk cId="433229465" sldId="386"/>
        </pc:sldMkLst>
        <pc:spChg chg="mod">
          <ac:chgData name="" userId="34fe208309845ca2" providerId="LiveId" clId="{E6CA08CD-303C-4C4E-802C-7C920DC08037}" dt="2026-09-02T02:30:46.526" v="5481" actId="20577"/>
          <ac:spMkLst>
            <pc:docMk/>
            <pc:sldMk cId="433229465" sldId="386"/>
            <ac:spMk id="3" creationId="{703EA17C-564B-4A4F-A3A6-3EA567721CF3}"/>
          </ac:spMkLst>
        </pc:spChg>
        <pc:spChg chg="add mod">
          <ac:chgData name="" userId="34fe208309845ca2" providerId="LiveId" clId="{E6CA08CD-303C-4C4E-802C-7C920DC08037}" dt="2026-09-02T02:31:10.442" v="5484" actId="14100"/>
          <ac:spMkLst>
            <pc:docMk/>
            <pc:sldMk cId="433229465" sldId="386"/>
            <ac:spMk id="5" creationId="{FE2CE7CD-CA32-48C4-A35C-E6E646256808}"/>
          </ac:spMkLst>
        </pc:spChg>
      </pc:sldChg>
      <pc:sldChg chg="add">
        <pc:chgData name="" userId="34fe208309845ca2" providerId="LiveId" clId="{E6CA08CD-303C-4C4E-802C-7C920DC08037}" dt="2026-09-02T01:13:36.210" v="101"/>
        <pc:sldMkLst>
          <pc:docMk/>
          <pc:sldMk cId="1899520311" sldId="387"/>
        </pc:sldMkLst>
      </pc:sldChg>
      <pc:sldChg chg="addSp delSp modSp add">
        <pc:chgData name="" userId="34fe208309845ca2" providerId="LiveId" clId="{E6CA08CD-303C-4C4E-802C-7C920DC08037}" dt="2026-09-02T02:34:11.286" v="5567" actId="20577"/>
        <pc:sldMkLst>
          <pc:docMk/>
          <pc:sldMk cId="600638706" sldId="388"/>
        </pc:sldMkLst>
        <pc:spChg chg="mod">
          <ac:chgData name="" userId="34fe208309845ca2" providerId="LiveId" clId="{E6CA08CD-303C-4C4E-802C-7C920DC08037}" dt="2026-09-02T02:33:59.582" v="5550" actId="20577"/>
          <ac:spMkLst>
            <pc:docMk/>
            <pc:sldMk cId="600638706" sldId="388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2:34:11.286" v="5567" actId="20577"/>
          <ac:spMkLst>
            <pc:docMk/>
            <pc:sldMk cId="600638706" sldId="388"/>
            <ac:spMk id="3" creationId="{703EA17C-564B-4A4F-A3A6-3EA567721CF3}"/>
          </ac:spMkLst>
        </pc:spChg>
        <pc:spChg chg="del mod">
          <ac:chgData name="" userId="34fe208309845ca2" providerId="LiveId" clId="{E6CA08CD-303C-4C4E-802C-7C920DC08037}" dt="2026-09-02T02:34:07.315" v="5553" actId="478"/>
          <ac:spMkLst>
            <pc:docMk/>
            <pc:sldMk cId="600638706" sldId="388"/>
            <ac:spMk id="4" creationId="{CEA0BC01-00FA-4D0B-94B3-AF594F486943}"/>
          </ac:spMkLst>
        </pc:spChg>
        <pc:spChg chg="add del mod">
          <ac:chgData name="" userId="34fe208309845ca2" providerId="LiveId" clId="{E6CA08CD-303C-4C4E-802C-7C920DC08037}" dt="2026-09-02T02:34:00.724" v="5552"/>
          <ac:spMkLst>
            <pc:docMk/>
            <pc:sldMk cId="600638706" sldId="388"/>
            <ac:spMk id="5" creationId="{FF6D9CD7-D9EC-42DC-81AE-CCCAD7A26C11}"/>
          </ac:spMkLst>
        </pc:spChg>
      </pc:sldChg>
      <pc:sldChg chg="add">
        <pc:chgData name="" userId="34fe208309845ca2" providerId="LiveId" clId="{E6CA08CD-303C-4C4E-802C-7C920DC08037}" dt="2026-09-02T01:13:36.538" v="103"/>
        <pc:sldMkLst>
          <pc:docMk/>
          <pc:sldMk cId="1928780431" sldId="389"/>
        </pc:sldMkLst>
      </pc:sldChg>
      <pc:sldChg chg="addSp delSp modSp add">
        <pc:chgData name="" userId="34fe208309845ca2" providerId="LiveId" clId="{E6CA08CD-303C-4C4E-802C-7C920DC08037}" dt="2026-09-02T01:47:42.581" v="1401" actId="20577"/>
        <pc:sldMkLst>
          <pc:docMk/>
          <pc:sldMk cId="381052190" sldId="390"/>
        </pc:sldMkLst>
        <pc:spChg chg="add del">
          <ac:chgData name="" userId="34fe208309845ca2" providerId="LiveId" clId="{E6CA08CD-303C-4C4E-802C-7C920DC08037}" dt="2026-09-02T01:21:40.716" v="376" actId="478"/>
          <ac:spMkLst>
            <pc:docMk/>
            <pc:sldMk cId="381052190" sldId="390"/>
            <ac:spMk id="2" creationId="{153E8BC8-96C3-4DDD-92BF-F416590D4AE4}"/>
          </ac:spMkLst>
        </pc:spChg>
        <pc:spChg chg="add del mod">
          <ac:chgData name="" userId="34fe208309845ca2" providerId="LiveId" clId="{E6CA08CD-303C-4C4E-802C-7C920DC08037}" dt="2026-09-02T01:47:42.581" v="1401" actId="20577"/>
          <ac:spMkLst>
            <pc:docMk/>
            <pc:sldMk cId="381052190" sldId="390"/>
            <ac:spMk id="3" creationId="{F00CB99F-B2F2-484B-842A-C8F39CCC048D}"/>
          </ac:spMkLst>
        </pc:spChg>
        <pc:spChg chg="add mod ord">
          <ac:chgData name="" userId="34fe208309845ca2" providerId="LiveId" clId="{E6CA08CD-303C-4C4E-802C-7C920DC08037}" dt="2026-09-02T01:22:17.033" v="382" actId="14100"/>
          <ac:spMkLst>
            <pc:docMk/>
            <pc:sldMk cId="381052190" sldId="390"/>
            <ac:spMk id="5" creationId="{CFD6DB29-4067-43BA-B6E2-91811A2D4E5C}"/>
          </ac:spMkLst>
        </pc:spChg>
        <pc:picChg chg="add del mod">
          <ac:chgData name="" userId="34fe208309845ca2" providerId="LiveId" clId="{E6CA08CD-303C-4C4E-802C-7C920DC08037}" dt="2026-09-02T01:21:37.307" v="373"/>
          <ac:picMkLst>
            <pc:docMk/>
            <pc:sldMk cId="381052190" sldId="390"/>
            <ac:picMk id="4" creationId="{43B244AF-32D3-4045-9C76-281B50A63C32}"/>
          </ac:picMkLst>
        </pc:picChg>
        <pc:picChg chg="add ord">
          <ac:chgData name="" userId="34fe208309845ca2" providerId="LiveId" clId="{E6CA08CD-303C-4C4E-802C-7C920DC08037}" dt="2026-09-02T01:23:50.066" v="483" actId="167"/>
          <ac:picMkLst>
            <pc:docMk/>
            <pc:sldMk cId="381052190" sldId="390"/>
            <ac:picMk id="6" creationId="{F8CF254D-9C4E-4E2B-992E-24AF2C5397D5}"/>
          </ac:picMkLst>
        </pc:picChg>
      </pc:sldChg>
      <pc:sldChg chg="addSp delSp add del">
        <pc:chgData name="" userId="34fe208309845ca2" providerId="LiveId" clId="{E6CA08CD-303C-4C4E-802C-7C920DC08037}" dt="2026-09-02T01:21:35.788" v="371"/>
        <pc:sldMkLst>
          <pc:docMk/>
          <pc:sldMk cId="1128904167" sldId="391"/>
        </pc:sldMkLst>
        <pc:picChg chg="add del">
          <ac:chgData name="" userId="34fe208309845ca2" providerId="LiveId" clId="{E6CA08CD-303C-4C4E-802C-7C920DC08037}" dt="2026-09-02T01:21:35.476" v="370" actId="478"/>
          <ac:picMkLst>
            <pc:docMk/>
            <pc:sldMk cId="1128904167" sldId="391"/>
            <ac:picMk id="4" creationId="{43B244AF-32D3-4045-9C76-281B50A63C32}"/>
          </ac:picMkLst>
        </pc:picChg>
      </pc:sldChg>
      <pc:sldChg chg="addSp modSp add">
        <pc:chgData name="" userId="34fe208309845ca2" providerId="LiveId" clId="{E6CA08CD-303C-4C4E-802C-7C920DC08037}" dt="2026-09-02T01:47:45.032" v="1402"/>
        <pc:sldMkLst>
          <pc:docMk/>
          <pc:sldMk cId="3922691327" sldId="391"/>
        </pc:sldMkLst>
        <pc:spChg chg="mod">
          <ac:chgData name="" userId="34fe208309845ca2" providerId="LiveId" clId="{E6CA08CD-303C-4C4E-802C-7C920DC08037}" dt="2026-09-02T01:47:45.032" v="1402"/>
          <ac:spMkLst>
            <pc:docMk/>
            <pc:sldMk cId="3922691327" sldId="391"/>
            <ac:spMk id="3" creationId="{F00CB99F-B2F2-484B-842A-C8F39CCC048D}"/>
          </ac:spMkLst>
        </pc:spChg>
        <pc:picChg chg="add mod ord">
          <ac:chgData name="" userId="34fe208309845ca2" providerId="LiveId" clId="{E6CA08CD-303C-4C4E-802C-7C920DC08037}" dt="2026-09-02T01:24:06.804" v="486" actId="1036"/>
          <ac:picMkLst>
            <pc:docMk/>
            <pc:sldMk cId="3922691327" sldId="391"/>
            <ac:picMk id="2" creationId="{1ABF63E8-7AD3-4A99-91F6-20334A7CA726}"/>
          </ac:picMkLst>
        </pc:picChg>
      </pc:sldChg>
      <pc:sldChg chg="addSp modSp add">
        <pc:chgData name="" userId="34fe208309845ca2" providerId="LiveId" clId="{E6CA08CD-303C-4C4E-802C-7C920DC08037}" dt="2026-09-02T01:47:47.021" v="1403"/>
        <pc:sldMkLst>
          <pc:docMk/>
          <pc:sldMk cId="1097669253" sldId="392"/>
        </pc:sldMkLst>
        <pc:spChg chg="mod">
          <ac:chgData name="" userId="34fe208309845ca2" providerId="LiveId" clId="{E6CA08CD-303C-4C4E-802C-7C920DC08037}" dt="2026-09-02T01:47:47.021" v="1403"/>
          <ac:spMkLst>
            <pc:docMk/>
            <pc:sldMk cId="1097669253" sldId="392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6:04.360" v="529" actId="167"/>
          <ac:picMkLst>
            <pc:docMk/>
            <pc:sldMk cId="1097669253" sldId="392"/>
            <ac:picMk id="2" creationId="{9BDEAA7A-1355-4332-94AA-5C4DF871EB54}"/>
          </ac:picMkLst>
        </pc:picChg>
      </pc:sldChg>
      <pc:sldChg chg="addSp modSp add">
        <pc:chgData name="" userId="34fe208309845ca2" providerId="LiveId" clId="{E6CA08CD-303C-4C4E-802C-7C920DC08037}" dt="2026-09-02T01:47:49.229" v="1404"/>
        <pc:sldMkLst>
          <pc:docMk/>
          <pc:sldMk cId="458771956" sldId="393"/>
        </pc:sldMkLst>
        <pc:spChg chg="mod">
          <ac:chgData name="" userId="34fe208309845ca2" providerId="LiveId" clId="{E6CA08CD-303C-4C4E-802C-7C920DC08037}" dt="2026-09-02T01:47:49.229" v="1404"/>
          <ac:spMkLst>
            <pc:docMk/>
            <pc:sldMk cId="458771956" sldId="393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6:11.762" v="531" actId="167"/>
          <ac:picMkLst>
            <pc:docMk/>
            <pc:sldMk cId="458771956" sldId="393"/>
            <ac:picMk id="2" creationId="{10AC39D5-225F-419C-B123-5D66337F4444}"/>
          </ac:picMkLst>
        </pc:picChg>
      </pc:sldChg>
      <pc:sldChg chg="addSp modSp add">
        <pc:chgData name="" userId="34fe208309845ca2" providerId="LiveId" clId="{E6CA08CD-303C-4C4E-802C-7C920DC08037}" dt="2026-09-02T01:47:51.542" v="1405"/>
        <pc:sldMkLst>
          <pc:docMk/>
          <pc:sldMk cId="1921368094" sldId="394"/>
        </pc:sldMkLst>
        <pc:spChg chg="mod">
          <ac:chgData name="" userId="34fe208309845ca2" providerId="LiveId" clId="{E6CA08CD-303C-4C4E-802C-7C920DC08037}" dt="2026-09-02T01:47:51.542" v="1405"/>
          <ac:spMkLst>
            <pc:docMk/>
            <pc:sldMk cId="1921368094" sldId="394"/>
            <ac:spMk id="3" creationId="{F00CB99F-B2F2-484B-842A-C8F39CCC048D}"/>
          </ac:spMkLst>
        </pc:spChg>
        <pc:picChg chg="add mod ord">
          <ac:chgData name="" userId="34fe208309845ca2" providerId="LiveId" clId="{E6CA08CD-303C-4C4E-802C-7C920DC08037}" dt="2026-09-02T01:26:49.709" v="540" actId="1036"/>
          <ac:picMkLst>
            <pc:docMk/>
            <pc:sldMk cId="1921368094" sldId="394"/>
            <ac:picMk id="2" creationId="{996254D5-3099-415D-A425-625B67FEE370}"/>
          </ac:picMkLst>
        </pc:picChg>
      </pc:sldChg>
      <pc:sldChg chg="addSp modSp add">
        <pc:chgData name="" userId="34fe208309845ca2" providerId="LiveId" clId="{E6CA08CD-303C-4C4E-802C-7C920DC08037}" dt="2026-09-02T01:47:53.271" v="1406"/>
        <pc:sldMkLst>
          <pc:docMk/>
          <pc:sldMk cId="3657827725" sldId="395"/>
        </pc:sldMkLst>
        <pc:spChg chg="mod">
          <ac:chgData name="" userId="34fe208309845ca2" providerId="LiveId" clId="{E6CA08CD-303C-4C4E-802C-7C920DC08037}" dt="2026-09-02T01:47:53.271" v="1406"/>
          <ac:spMkLst>
            <pc:docMk/>
            <pc:sldMk cId="3657827725" sldId="395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6:59.295" v="542" actId="167"/>
          <ac:picMkLst>
            <pc:docMk/>
            <pc:sldMk cId="3657827725" sldId="395"/>
            <ac:picMk id="2" creationId="{41E4D02E-646D-44CC-B8F8-150813DC587A}"/>
          </ac:picMkLst>
        </pc:picChg>
      </pc:sldChg>
      <pc:sldChg chg="addSp modSp add">
        <pc:chgData name="" userId="34fe208309845ca2" providerId="LiveId" clId="{E6CA08CD-303C-4C4E-802C-7C920DC08037}" dt="2026-09-02T01:47:55.382" v="1407"/>
        <pc:sldMkLst>
          <pc:docMk/>
          <pc:sldMk cId="968204420" sldId="396"/>
        </pc:sldMkLst>
        <pc:spChg chg="mod">
          <ac:chgData name="" userId="34fe208309845ca2" providerId="LiveId" clId="{E6CA08CD-303C-4C4E-802C-7C920DC08037}" dt="2026-09-02T01:47:55.382" v="1407"/>
          <ac:spMkLst>
            <pc:docMk/>
            <pc:sldMk cId="968204420" sldId="396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7:08.217" v="544" actId="167"/>
          <ac:picMkLst>
            <pc:docMk/>
            <pc:sldMk cId="968204420" sldId="396"/>
            <ac:picMk id="2" creationId="{BDF28140-4AD7-4A15-82F5-E8E02FB57291}"/>
          </ac:picMkLst>
        </pc:picChg>
      </pc:sldChg>
      <pc:sldChg chg="addSp modSp add">
        <pc:chgData name="" userId="34fe208309845ca2" providerId="LiveId" clId="{E6CA08CD-303C-4C4E-802C-7C920DC08037}" dt="2026-09-02T01:47:58.168" v="1408"/>
        <pc:sldMkLst>
          <pc:docMk/>
          <pc:sldMk cId="1658288156" sldId="397"/>
        </pc:sldMkLst>
        <pc:spChg chg="mod">
          <ac:chgData name="" userId="34fe208309845ca2" providerId="LiveId" clId="{E6CA08CD-303C-4C4E-802C-7C920DC08037}" dt="2026-09-02T01:47:58.168" v="1408"/>
          <ac:spMkLst>
            <pc:docMk/>
            <pc:sldMk cId="1658288156" sldId="397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7:15.860" v="546" actId="167"/>
          <ac:picMkLst>
            <pc:docMk/>
            <pc:sldMk cId="1658288156" sldId="397"/>
            <ac:picMk id="2" creationId="{AAF7A02F-2415-401E-AD59-D5F309A12CDA}"/>
          </ac:picMkLst>
        </pc:picChg>
      </pc:sldChg>
      <pc:sldChg chg="addSp modSp add">
        <pc:chgData name="" userId="34fe208309845ca2" providerId="LiveId" clId="{E6CA08CD-303C-4C4E-802C-7C920DC08037}" dt="2026-09-02T01:48:00.486" v="1409"/>
        <pc:sldMkLst>
          <pc:docMk/>
          <pc:sldMk cId="1605242101" sldId="398"/>
        </pc:sldMkLst>
        <pc:spChg chg="mod">
          <ac:chgData name="" userId="34fe208309845ca2" providerId="LiveId" clId="{E6CA08CD-303C-4C4E-802C-7C920DC08037}" dt="2026-09-02T01:48:00.486" v="1409"/>
          <ac:spMkLst>
            <pc:docMk/>
            <pc:sldMk cId="1605242101" sldId="398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7:24.455" v="548" actId="167"/>
          <ac:picMkLst>
            <pc:docMk/>
            <pc:sldMk cId="1605242101" sldId="398"/>
            <ac:picMk id="2" creationId="{EB919DD8-714F-4D11-9C11-3C4AD4BE38A7}"/>
          </ac:picMkLst>
        </pc:picChg>
      </pc:sldChg>
      <pc:sldChg chg="addSp modSp add">
        <pc:chgData name="" userId="34fe208309845ca2" providerId="LiveId" clId="{E6CA08CD-303C-4C4E-802C-7C920DC08037}" dt="2026-09-02T01:48:02.374" v="1410"/>
        <pc:sldMkLst>
          <pc:docMk/>
          <pc:sldMk cId="4016130927" sldId="399"/>
        </pc:sldMkLst>
        <pc:spChg chg="mod">
          <ac:chgData name="" userId="34fe208309845ca2" providerId="LiveId" clId="{E6CA08CD-303C-4C4E-802C-7C920DC08037}" dt="2026-09-02T01:48:02.374" v="1410"/>
          <ac:spMkLst>
            <pc:docMk/>
            <pc:sldMk cId="4016130927" sldId="399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7:31.412" v="550" actId="167"/>
          <ac:picMkLst>
            <pc:docMk/>
            <pc:sldMk cId="4016130927" sldId="399"/>
            <ac:picMk id="2" creationId="{D5FE2D7A-BF46-41F9-8FB3-521CC90896BE}"/>
          </ac:picMkLst>
        </pc:picChg>
      </pc:sldChg>
      <pc:sldChg chg="addSp modSp add">
        <pc:chgData name="" userId="34fe208309845ca2" providerId="LiveId" clId="{E6CA08CD-303C-4C4E-802C-7C920DC08037}" dt="2026-09-02T01:48:04.084" v="1411"/>
        <pc:sldMkLst>
          <pc:docMk/>
          <pc:sldMk cId="1357835847" sldId="400"/>
        </pc:sldMkLst>
        <pc:spChg chg="mod">
          <ac:chgData name="" userId="34fe208309845ca2" providerId="LiveId" clId="{E6CA08CD-303C-4C4E-802C-7C920DC08037}" dt="2026-09-02T01:48:04.084" v="1411"/>
          <ac:spMkLst>
            <pc:docMk/>
            <pc:sldMk cId="1357835847" sldId="400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7:39.285" v="552" actId="167"/>
          <ac:picMkLst>
            <pc:docMk/>
            <pc:sldMk cId="1357835847" sldId="400"/>
            <ac:picMk id="2" creationId="{268362A3-72C2-4353-8279-9B55AACF2B59}"/>
          </ac:picMkLst>
        </pc:picChg>
      </pc:sldChg>
      <pc:sldChg chg="addSp modSp add">
        <pc:chgData name="" userId="34fe208309845ca2" providerId="LiveId" clId="{E6CA08CD-303C-4C4E-802C-7C920DC08037}" dt="2026-09-02T01:48:06.360" v="1412"/>
        <pc:sldMkLst>
          <pc:docMk/>
          <pc:sldMk cId="3787326638" sldId="401"/>
        </pc:sldMkLst>
        <pc:spChg chg="mod">
          <ac:chgData name="" userId="34fe208309845ca2" providerId="LiveId" clId="{E6CA08CD-303C-4C4E-802C-7C920DC08037}" dt="2026-09-02T01:48:06.360" v="1412"/>
          <ac:spMkLst>
            <pc:docMk/>
            <pc:sldMk cId="3787326638" sldId="401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7:47.452" v="554" actId="167"/>
          <ac:picMkLst>
            <pc:docMk/>
            <pc:sldMk cId="3787326638" sldId="401"/>
            <ac:picMk id="2" creationId="{67E96131-837D-42E0-9E16-F7DAC48EDDD1}"/>
          </ac:picMkLst>
        </pc:picChg>
      </pc:sldChg>
      <pc:sldChg chg="addSp modSp add">
        <pc:chgData name="" userId="34fe208309845ca2" providerId="LiveId" clId="{E6CA08CD-303C-4C4E-802C-7C920DC08037}" dt="2026-09-02T01:48:08.570" v="1413"/>
        <pc:sldMkLst>
          <pc:docMk/>
          <pc:sldMk cId="2632005681" sldId="402"/>
        </pc:sldMkLst>
        <pc:spChg chg="mod">
          <ac:chgData name="" userId="34fe208309845ca2" providerId="LiveId" clId="{E6CA08CD-303C-4C4E-802C-7C920DC08037}" dt="2026-09-02T01:48:08.570" v="1413"/>
          <ac:spMkLst>
            <pc:docMk/>
            <pc:sldMk cId="2632005681" sldId="402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8:58.195" v="579" actId="167"/>
          <ac:picMkLst>
            <pc:docMk/>
            <pc:sldMk cId="2632005681" sldId="402"/>
            <ac:picMk id="2" creationId="{158977A5-4A8D-43E1-A90B-D6F242B1AE75}"/>
          </ac:picMkLst>
        </pc:picChg>
      </pc:sldChg>
      <pc:sldChg chg="addSp modSp add">
        <pc:chgData name="" userId="34fe208309845ca2" providerId="LiveId" clId="{E6CA08CD-303C-4C4E-802C-7C920DC08037}" dt="2026-09-02T01:48:11.004" v="1414"/>
        <pc:sldMkLst>
          <pc:docMk/>
          <pc:sldMk cId="1943989122" sldId="403"/>
        </pc:sldMkLst>
        <pc:spChg chg="mod">
          <ac:chgData name="" userId="34fe208309845ca2" providerId="LiveId" clId="{E6CA08CD-303C-4C4E-802C-7C920DC08037}" dt="2026-09-02T01:48:11.004" v="1414"/>
          <ac:spMkLst>
            <pc:docMk/>
            <pc:sldMk cId="1943989122" sldId="403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9:15.809" v="581" actId="167"/>
          <ac:picMkLst>
            <pc:docMk/>
            <pc:sldMk cId="1943989122" sldId="403"/>
            <ac:picMk id="2" creationId="{56CB8125-03D6-4287-B413-A14923EAC273}"/>
          </ac:picMkLst>
        </pc:picChg>
      </pc:sldChg>
      <pc:sldChg chg="addSp modSp add">
        <pc:chgData name="" userId="34fe208309845ca2" providerId="LiveId" clId="{E6CA08CD-303C-4C4E-802C-7C920DC08037}" dt="2026-09-02T01:48:13.228" v="1415"/>
        <pc:sldMkLst>
          <pc:docMk/>
          <pc:sldMk cId="3471490678" sldId="404"/>
        </pc:sldMkLst>
        <pc:spChg chg="mod">
          <ac:chgData name="" userId="34fe208309845ca2" providerId="LiveId" clId="{E6CA08CD-303C-4C4E-802C-7C920DC08037}" dt="2026-09-02T01:48:13.228" v="1415"/>
          <ac:spMkLst>
            <pc:docMk/>
            <pc:sldMk cId="3471490678" sldId="404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9:23.136" v="583" actId="167"/>
          <ac:picMkLst>
            <pc:docMk/>
            <pc:sldMk cId="3471490678" sldId="404"/>
            <ac:picMk id="2" creationId="{67B34849-8EE0-4AAF-82C8-330268AF33E5}"/>
          </ac:picMkLst>
        </pc:picChg>
      </pc:sldChg>
      <pc:sldChg chg="addSp modSp add">
        <pc:chgData name="" userId="34fe208309845ca2" providerId="LiveId" clId="{E6CA08CD-303C-4C4E-802C-7C920DC08037}" dt="2026-09-02T01:48:14.943" v="1416"/>
        <pc:sldMkLst>
          <pc:docMk/>
          <pc:sldMk cId="856739284" sldId="405"/>
        </pc:sldMkLst>
        <pc:spChg chg="mod">
          <ac:chgData name="" userId="34fe208309845ca2" providerId="LiveId" clId="{E6CA08CD-303C-4C4E-802C-7C920DC08037}" dt="2026-09-02T01:48:14.943" v="1416"/>
          <ac:spMkLst>
            <pc:docMk/>
            <pc:sldMk cId="856739284" sldId="405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9:29.688" v="585" actId="167"/>
          <ac:picMkLst>
            <pc:docMk/>
            <pc:sldMk cId="856739284" sldId="405"/>
            <ac:picMk id="2" creationId="{1A5685ED-7183-433E-B7AB-9B1DB8AE64F2}"/>
          </ac:picMkLst>
        </pc:picChg>
      </pc:sldChg>
      <pc:sldChg chg="addSp modSp add">
        <pc:chgData name="" userId="34fe208309845ca2" providerId="LiveId" clId="{E6CA08CD-303C-4C4E-802C-7C920DC08037}" dt="2026-09-02T01:48:16.776" v="1417"/>
        <pc:sldMkLst>
          <pc:docMk/>
          <pc:sldMk cId="1289754352" sldId="406"/>
        </pc:sldMkLst>
        <pc:spChg chg="mod">
          <ac:chgData name="" userId="34fe208309845ca2" providerId="LiveId" clId="{E6CA08CD-303C-4C4E-802C-7C920DC08037}" dt="2026-09-02T01:48:16.776" v="1417"/>
          <ac:spMkLst>
            <pc:docMk/>
            <pc:sldMk cId="1289754352" sldId="406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9:43.050" v="587" actId="167"/>
          <ac:picMkLst>
            <pc:docMk/>
            <pc:sldMk cId="1289754352" sldId="406"/>
            <ac:picMk id="2" creationId="{98C1EA08-6B7D-48D5-92C4-764D78CD1E01}"/>
          </ac:picMkLst>
        </pc:picChg>
      </pc:sldChg>
      <pc:sldChg chg="addSp modSp add">
        <pc:chgData name="" userId="34fe208309845ca2" providerId="LiveId" clId="{E6CA08CD-303C-4C4E-802C-7C920DC08037}" dt="2026-09-02T01:48:18.854" v="1418"/>
        <pc:sldMkLst>
          <pc:docMk/>
          <pc:sldMk cId="1640791714" sldId="407"/>
        </pc:sldMkLst>
        <pc:spChg chg="mod">
          <ac:chgData name="" userId="34fe208309845ca2" providerId="LiveId" clId="{E6CA08CD-303C-4C4E-802C-7C920DC08037}" dt="2026-09-02T01:48:18.854" v="1418"/>
          <ac:spMkLst>
            <pc:docMk/>
            <pc:sldMk cId="1640791714" sldId="407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29:52.020" v="589" actId="167"/>
          <ac:picMkLst>
            <pc:docMk/>
            <pc:sldMk cId="1640791714" sldId="407"/>
            <ac:picMk id="2" creationId="{AA60F672-3B3C-4708-8AD2-EFFBF967DB21}"/>
          </ac:picMkLst>
        </pc:picChg>
      </pc:sldChg>
      <pc:sldChg chg="addSp modSp add">
        <pc:chgData name="" userId="34fe208309845ca2" providerId="LiveId" clId="{E6CA08CD-303C-4C4E-802C-7C920DC08037}" dt="2026-09-02T01:48:22.987" v="1419"/>
        <pc:sldMkLst>
          <pc:docMk/>
          <pc:sldMk cId="1793831514" sldId="408"/>
        </pc:sldMkLst>
        <pc:spChg chg="mod">
          <ac:chgData name="" userId="34fe208309845ca2" providerId="LiveId" clId="{E6CA08CD-303C-4C4E-802C-7C920DC08037}" dt="2026-09-02T01:48:22.987" v="1419"/>
          <ac:spMkLst>
            <pc:docMk/>
            <pc:sldMk cId="1793831514" sldId="408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30:00.442" v="591" actId="167"/>
          <ac:picMkLst>
            <pc:docMk/>
            <pc:sldMk cId="1793831514" sldId="408"/>
            <ac:picMk id="2" creationId="{E8D27238-44DC-4C76-A7EC-2ADD822F8CA9}"/>
          </ac:picMkLst>
        </pc:picChg>
      </pc:sldChg>
      <pc:sldChg chg="addSp modSp add">
        <pc:chgData name="" userId="34fe208309845ca2" providerId="LiveId" clId="{E6CA08CD-303C-4C4E-802C-7C920DC08037}" dt="2026-09-02T01:48:24.857" v="1420"/>
        <pc:sldMkLst>
          <pc:docMk/>
          <pc:sldMk cId="23716572" sldId="409"/>
        </pc:sldMkLst>
        <pc:spChg chg="mod">
          <ac:chgData name="" userId="34fe208309845ca2" providerId="LiveId" clId="{E6CA08CD-303C-4C4E-802C-7C920DC08037}" dt="2026-09-02T01:48:24.857" v="1420"/>
          <ac:spMkLst>
            <pc:docMk/>
            <pc:sldMk cId="23716572" sldId="409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30:13.680" v="593" actId="167"/>
          <ac:picMkLst>
            <pc:docMk/>
            <pc:sldMk cId="23716572" sldId="409"/>
            <ac:picMk id="2" creationId="{6D51672C-DE6F-4348-8F7D-78CE0998E481}"/>
          </ac:picMkLst>
        </pc:picChg>
      </pc:sldChg>
      <pc:sldChg chg="addSp modSp add">
        <pc:chgData name="" userId="34fe208309845ca2" providerId="LiveId" clId="{E6CA08CD-303C-4C4E-802C-7C920DC08037}" dt="2026-09-02T01:48:26.678" v="1421"/>
        <pc:sldMkLst>
          <pc:docMk/>
          <pc:sldMk cId="978234085" sldId="410"/>
        </pc:sldMkLst>
        <pc:spChg chg="mod">
          <ac:chgData name="" userId="34fe208309845ca2" providerId="LiveId" clId="{E6CA08CD-303C-4C4E-802C-7C920DC08037}" dt="2026-09-02T01:48:26.678" v="1421"/>
          <ac:spMkLst>
            <pc:docMk/>
            <pc:sldMk cId="978234085" sldId="410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30:22.568" v="595" actId="167"/>
          <ac:picMkLst>
            <pc:docMk/>
            <pc:sldMk cId="978234085" sldId="410"/>
            <ac:picMk id="2" creationId="{9E398971-5AD5-4182-ACD7-81BCF63AEFFE}"/>
          </ac:picMkLst>
        </pc:picChg>
      </pc:sldChg>
      <pc:sldChg chg="addSp modSp add">
        <pc:chgData name="" userId="34fe208309845ca2" providerId="LiveId" clId="{E6CA08CD-303C-4C4E-802C-7C920DC08037}" dt="2026-09-02T01:48:28.793" v="1422"/>
        <pc:sldMkLst>
          <pc:docMk/>
          <pc:sldMk cId="1350735297" sldId="411"/>
        </pc:sldMkLst>
        <pc:spChg chg="mod">
          <ac:chgData name="" userId="34fe208309845ca2" providerId="LiveId" clId="{E6CA08CD-303C-4C4E-802C-7C920DC08037}" dt="2026-09-02T01:48:28.793" v="1422"/>
          <ac:spMkLst>
            <pc:docMk/>
            <pc:sldMk cId="1350735297" sldId="411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30:29.431" v="597" actId="167"/>
          <ac:picMkLst>
            <pc:docMk/>
            <pc:sldMk cId="1350735297" sldId="411"/>
            <ac:picMk id="2" creationId="{9016D8E5-A503-402E-B667-FBFDC40E8970}"/>
          </ac:picMkLst>
        </pc:picChg>
      </pc:sldChg>
      <pc:sldChg chg="addSp modSp add">
        <pc:chgData name="" userId="34fe208309845ca2" providerId="LiveId" clId="{E6CA08CD-303C-4C4E-802C-7C920DC08037}" dt="2026-09-02T01:48:31.328" v="1423"/>
        <pc:sldMkLst>
          <pc:docMk/>
          <pc:sldMk cId="2486744346" sldId="412"/>
        </pc:sldMkLst>
        <pc:spChg chg="mod">
          <ac:chgData name="" userId="34fe208309845ca2" providerId="LiveId" clId="{E6CA08CD-303C-4C4E-802C-7C920DC08037}" dt="2026-09-02T01:48:31.328" v="1423"/>
          <ac:spMkLst>
            <pc:docMk/>
            <pc:sldMk cId="2486744346" sldId="412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30:35.512" v="599" actId="167"/>
          <ac:picMkLst>
            <pc:docMk/>
            <pc:sldMk cId="2486744346" sldId="412"/>
            <ac:picMk id="2" creationId="{438D9973-0828-4044-B94C-F32DCFDF83B1}"/>
          </ac:picMkLst>
        </pc:picChg>
      </pc:sldChg>
      <pc:sldChg chg="addSp modSp add">
        <pc:chgData name="" userId="34fe208309845ca2" providerId="LiveId" clId="{E6CA08CD-303C-4C4E-802C-7C920DC08037}" dt="2026-09-02T01:48:33.317" v="1424"/>
        <pc:sldMkLst>
          <pc:docMk/>
          <pc:sldMk cId="365706056" sldId="413"/>
        </pc:sldMkLst>
        <pc:spChg chg="mod">
          <ac:chgData name="" userId="34fe208309845ca2" providerId="LiveId" clId="{E6CA08CD-303C-4C4E-802C-7C920DC08037}" dt="2026-09-02T01:48:33.317" v="1424"/>
          <ac:spMkLst>
            <pc:docMk/>
            <pc:sldMk cId="365706056" sldId="413"/>
            <ac:spMk id="3" creationId="{F00CB99F-B2F2-484B-842A-C8F39CCC048D}"/>
          </ac:spMkLst>
        </pc:spChg>
        <pc:picChg chg="add ord">
          <ac:chgData name="" userId="34fe208309845ca2" providerId="LiveId" clId="{E6CA08CD-303C-4C4E-802C-7C920DC08037}" dt="2026-09-02T01:30:41.688" v="601" actId="167"/>
          <ac:picMkLst>
            <pc:docMk/>
            <pc:sldMk cId="365706056" sldId="413"/>
            <ac:picMk id="2" creationId="{FFE1EFD0-F6B0-4A83-8A7A-C5FFA5072867}"/>
          </ac:picMkLst>
        </pc:picChg>
      </pc:sldChg>
      <pc:sldChg chg="addSp modSp add">
        <pc:chgData name="" userId="34fe208309845ca2" providerId="LiveId" clId="{E6CA08CD-303C-4C4E-802C-7C920DC08037}" dt="2026-09-02T01:53:30.134" v="1938" actId="20577"/>
        <pc:sldMkLst>
          <pc:docMk/>
          <pc:sldMk cId="3748903799" sldId="414"/>
        </pc:sldMkLst>
        <pc:spChg chg="mod">
          <ac:chgData name="" userId="34fe208309845ca2" providerId="LiveId" clId="{E6CA08CD-303C-4C4E-802C-7C920DC08037}" dt="2026-09-02T01:53:30.134" v="1938" actId="20577"/>
          <ac:spMkLst>
            <pc:docMk/>
            <pc:sldMk cId="3748903799" sldId="414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1:41:23.195" v="1265"/>
          <ac:spMkLst>
            <pc:docMk/>
            <pc:sldMk cId="3748903799" sldId="414"/>
            <ac:spMk id="3" creationId="{703EA17C-564B-4A4F-A3A6-3EA567721CF3}"/>
          </ac:spMkLst>
        </pc:spChg>
        <pc:spChg chg="mod">
          <ac:chgData name="" userId="34fe208309845ca2" providerId="LiveId" clId="{E6CA08CD-303C-4C4E-802C-7C920DC08037}" dt="2026-09-02T01:41:32.906" v="1289" actId="20577"/>
          <ac:spMkLst>
            <pc:docMk/>
            <pc:sldMk cId="3748903799" sldId="414"/>
            <ac:spMk id="4" creationId="{CEA0BC01-00FA-4D0B-94B3-AF594F486943}"/>
          </ac:spMkLst>
        </pc:spChg>
        <pc:graphicFrameChg chg="add mod modGraphic">
          <ac:chgData name="" userId="34fe208309845ca2" providerId="LiveId" clId="{E6CA08CD-303C-4C4E-802C-7C920DC08037}" dt="2026-09-02T01:52:41.125" v="1703" actId="20577"/>
          <ac:graphicFrameMkLst>
            <pc:docMk/>
            <pc:sldMk cId="3748903799" sldId="414"/>
            <ac:graphicFrameMk id="5" creationId="{594AA048-6B91-4E14-ABA2-EE71B28D4401}"/>
          </ac:graphicFrameMkLst>
        </pc:graphicFrameChg>
      </pc:sldChg>
      <pc:sldChg chg="addSp delSp modSp add">
        <pc:chgData name="" userId="34fe208309845ca2" providerId="LiveId" clId="{E6CA08CD-303C-4C4E-802C-7C920DC08037}" dt="2026-09-02T01:57:09.048" v="2060" actId="1076"/>
        <pc:sldMkLst>
          <pc:docMk/>
          <pc:sldMk cId="4183723220" sldId="415"/>
        </pc:sldMkLst>
        <pc:spChg chg="add del mod">
          <ac:chgData name="" userId="34fe208309845ca2" providerId="LiveId" clId="{E6CA08CD-303C-4C4E-802C-7C920DC08037}" dt="2026-09-02T01:56:54.140" v="2054" actId="20577"/>
          <ac:spMkLst>
            <pc:docMk/>
            <pc:sldMk cId="4183723220" sldId="415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1:53:55.756" v="1979" actId="20577"/>
          <ac:spMkLst>
            <pc:docMk/>
            <pc:sldMk cId="4183723220" sldId="415"/>
            <ac:spMk id="3" creationId="{703EA17C-564B-4A4F-A3A6-3EA567721CF3}"/>
          </ac:spMkLst>
        </pc:spChg>
        <pc:spChg chg="mod">
          <ac:chgData name="" userId="34fe208309845ca2" providerId="LiveId" clId="{E6CA08CD-303C-4C4E-802C-7C920DC08037}" dt="2026-09-02T01:56:24.173" v="2019" actId="20577"/>
          <ac:spMkLst>
            <pc:docMk/>
            <pc:sldMk cId="4183723220" sldId="415"/>
            <ac:spMk id="4" creationId="{CEA0BC01-00FA-4D0B-94B3-AF594F486943}"/>
          </ac:spMkLst>
        </pc:spChg>
        <pc:spChg chg="add del">
          <ac:chgData name="" userId="34fe208309845ca2" providerId="LiveId" clId="{E6CA08CD-303C-4C4E-802C-7C920DC08037}" dt="2026-09-02T01:56:29.754" v="2021"/>
          <ac:spMkLst>
            <pc:docMk/>
            <pc:sldMk cId="4183723220" sldId="415"/>
            <ac:spMk id="5" creationId="{1987D6FA-E0E4-4F7F-9504-6AFE1A1BE831}"/>
          </ac:spMkLst>
        </pc:spChg>
        <pc:spChg chg="add del">
          <ac:chgData name="" userId="34fe208309845ca2" providerId="LiveId" clId="{E6CA08CD-303C-4C4E-802C-7C920DC08037}" dt="2026-09-02T01:56:31.221" v="2023"/>
          <ac:spMkLst>
            <pc:docMk/>
            <pc:sldMk cId="4183723220" sldId="415"/>
            <ac:spMk id="6" creationId="{BE11A50F-2530-4575-9CEC-D62A1D22718F}"/>
          </ac:spMkLst>
        </pc:spChg>
        <pc:spChg chg="add mod">
          <ac:chgData name="" userId="34fe208309845ca2" providerId="LiveId" clId="{E6CA08CD-303C-4C4E-802C-7C920DC08037}" dt="2026-09-02T01:57:09.048" v="2060" actId="1076"/>
          <ac:spMkLst>
            <pc:docMk/>
            <pc:sldMk cId="4183723220" sldId="415"/>
            <ac:spMk id="7" creationId="{DC1985EC-A8B8-42DA-A176-323A049C8A2C}"/>
          </ac:spMkLst>
        </pc:spChg>
        <pc:spChg chg="add mod">
          <ac:chgData name="" userId="34fe208309845ca2" providerId="LiveId" clId="{E6CA08CD-303C-4C4E-802C-7C920DC08037}" dt="2026-09-02T01:57:09.048" v="2060" actId="1076"/>
          <ac:spMkLst>
            <pc:docMk/>
            <pc:sldMk cId="4183723220" sldId="415"/>
            <ac:spMk id="8" creationId="{D7E7BB19-DD60-4A50-995B-D6C47FED7212}"/>
          </ac:spMkLst>
        </pc:spChg>
      </pc:sldChg>
      <pc:sldChg chg="modSp add">
        <pc:chgData name="" userId="34fe208309845ca2" providerId="LiveId" clId="{E6CA08CD-303C-4C4E-802C-7C920DC08037}" dt="2026-09-02T02:29:30.968" v="5460" actId="20577"/>
        <pc:sldMkLst>
          <pc:docMk/>
          <pc:sldMk cId="3908051579" sldId="416"/>
        </pc:sldMkLst>
        <pc:spChg chg="mod">
          <ac:chgData name="" userId="34fe208309845ca2" providerId="LiveId" clId="{E6CA08CD-303C-4C4E-802C-7C920DC08037}" dt="2026-09-02T02:29:09.954" v="5429" actId="15"/>
          <ac:spMkLst>
            <pc:docMk/>
            <pc:sldMk cId="3908051579" sldId="416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2:29:23.913" v="5440" actId="20577"/>
          <ac:spMkLst>
            <pc:docMk/>
            <pc:sldMk cId="3908051579" sldId="416"/>
            <ac:spMk id="3" creationId="{703EA17C-564B-4A4F-A3A6-3EA567721CF3}"/>
          </ac:spMkLst>
        </pc:spChg>
        <pc:spChg chg="mod">
          <ac:chgData name="" userId="34fe208309845ca2" providerId="LiveId" clId="{E6CA08CD-303C-4C4E-802C-7C920DC08037}" dt="2026-09-02T02:29:30.968" v="5460" actId="20577"/>
          <ac:spMkLst>
            <pc:docMk/>
            <pc:sldMk cId="3908051579" sldId="416"/>
            <ac:spMk id="4" creationId="{CEA0BC01-00FA-4D0B-94B3-AF594F486943}"/>
          </ac:spMkLst>
        </pc:spChg>
      </pc:sldChg>
      <pc:sldChg chg="modSp add">
        <pc:chgData name="" userId="34fe208309845ca2" providerId="LiveId" clId="{E6CA08CD-303C-4C4E-802C-7C920DC08037}" dt="2026-09-02T02:04:48.782" v="2668"/>
        <pc:sldMkLst>
          <pc:docMk/>
          <pc:sldMk cId="3118725798" sldId="417"/>
        </pc:sldMkLst>
        <pc:spChg chg="mod">
          <ac:chgData name="" userId="34fe208309845ca2" providerId="LiveId" clId="{E6CA08CD-303C-4C4E-802C-7C920DC08037}" dt="2026-09-02T02:04:48.782" v="2668"/>
          <ac:spMkLst>
            <pc:docMk/>
            <pc:sldMk cId="3118725798" sldId="417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1:57:35.524" v="2061"/>
          <ac:spMkLst>
            <pc:docMk/>
            <pc:sldMk cId="3118725798" sldId="417"/>
            <ac:spMk id="3" creationId="{703EA17C-564B-4A4F-A3A6-3EA567721CF3}"/>
          </ac:spMkLst>
        </pc:spChg>
        <pc:spChg chg="mod">
          <ac:chgData name="" userId="34fe208309845ca2" providerId="LiveId" clId="{E6CA08CD-303C-4C4E-802C-7C920DC08037}" dt="2026-09-02T02:04:27.929" v="2664" actId="20577"/>
          <ac:spMkLst>
            <pc:docMk/>
            <pc:sldMk cId="3118725798" sldId="417"/>
            <ac:spMk id="4" creationId="{CEA0BC01-00FA-4D0B-94B3-AF594F486943}"/>
          </ac:spMkLst>
        </pc:spChg>
      </pc:sldChg>
      <pc:sldChg chg="add del">
        <pc:chgData name="" userId="34fe208309845ca2" providerId="LiveId" clId="{E6CA08CD-303C-4C4E-802C-7C920DC08037}" dt="2026-09-02T02:23:21.519" v="4261" actId="2696"/>
        <pc:sldMkLst>
          <pc:docMk/>
          <pc:sldMk cId="782781277" sldId="418"/>
        </pc:sldMkLst>
      </pc:sldChg>
      <pc:sldChg chg="add del">
        <pc:chgData name="" userId="34fe208309845ca2" providerId="LiveId" clId="{E6CA08CD-303C-4C4E-802C-7C920DC08037}" dt="2026-09-02T02:23:21.516" v="4259" actId="2696"/>
        <pc:sldMkLst>
          <pc:docMk/>
          <pc:sldMk cId="54480067" sldId="419"/>
        </pc:sldMkLst>
      </pc:sldChg>
      <pc:sldChg chg="modSp add ord">
        <pc:chgData name="" userId="34fe208309845ca2" providerId="LiveId" clId="{E6CA08CD-303C-4C4E-802C-7C920DC08037}" dt="2026-09-02T02:04:21.524" v="2640" actId="20577"/>
        <pc:sldMkLst>
          <pc:docMk/>
          <pc:sldMk cId="825706154" sldId="420"/>
        </pc:sldMkLst>
        <pc:spChg chg="mod">
          <ac:chgData name="" userId="34fe208309845ca2" providerId="LiveId" clId="{E6CA08CD-303C-4C4E-802C-7C920DC08037}" dt="2026-09-02T02:03:52.800" v="2606" actId="20577"/>
          <ac:spMkLst>
            <pc:docMk/>
            <pc:sldMk cId="825706154" sldId="420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2:04:21.524" v="2640" actId="20577"/>
          <ac:spMkLst>
            <pc:docMk/>
            <pc:sldMk cId="825706154" sldId="420"/>
            <ac:spMk id="4" creationId="{CEA0BC01-00FA-4D0B-94B3-AF594F486943}"/>
          </ac:spMkLst>
        </pc:spChg>
      </pc:sldChg>
      <pc:sldChg chg="modSp add">
        <pc:chgData name="" userId="34fe208309845ca2" providerId="LiveId" clId="{E6CA08CD-303C-4C4E-802C-7C920DC08037}" dt="2026-09-02T02:07:52.911" v="3210" actId="20577"/>
        <pc:sldMkLst>
          <pc:docMk/>
          <pc:sldMk cId="1975349635" sldId="421"/>
        </pc:sldMkLst>
        <pc:spChg chg="mod">
          <ac:chgData name="" userId="34fe208309845ca2" providerId="LiveId" clId="{E6CA08CD-303C-4C4E-802C-7C920DC08037}" dt="2026-09-02T02:07:52.911" v="3210" actId="20577"/>
          <ac:spMkLst>
            <pc:docMk/>
            <pc:sldMk cId="1975349635" sldId="421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2:05:07.859" v="2700" actId="20577"/>
          <ac:spMkLst>
            <pc:docMk/>
            <pc:sldMk cId="1975349635" sldId="421"/>
            <ac:spMk id="4" creationId="{CEA0BC01-00FA-4D0B-94B3-AF594F486943}"/>
          </ac:spMkLst>
        </pc:spChg>
      </pc:sldChg>
      <pc:sldChg chg="modSp add">
        <pc:chgData name="" userId="34fe208309845ca2" providerId="LiveId" clId="{E6CA08CD-303C-4C4E-802C-7C920DC08037}" dt="2026-09-02T02:12:14.720" v="3442"/>
        <pc:sldMkLst>
          <pc:docMk/>
          <pc:sldMk cId="1884364163" sldId="422"/>
        </pc:sldMkLst>
        <pc:spChg chg="mod">
          <ac:chgData name="" userId="34fe208309845ca2" providerId="LiveId" clId="{E6CA08CD-303C-4C4E-802C-7C920DC08037}" dt="2026-09-02T02:12:14.720" v="3442"/>
          <ac:spMkLst>
            <pc:docMk/>
            <pc:sldMk cId="1884364163" sldId="422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2:08:10.326" v="3221" actId="20577"/>
          <ac:spMkLst>
            <pc:docMk/>
            <pc:sldMk cId="1884364163" sldId="422"/>
            <ac:spMk id="4" creationId="{CEA0BC01-00FA-4D0B-94B3-AF594F486943}"/>
          </ac:spMkLst>
        </pc:spChg>
      </pc:sldChg>
      <pc:sldChg chg="modSp add">
        <pc:chgData name="" userId="34fe208309845ca2" providerId="LiveId" clId="{E6CA08CD-303C-4C4E-802C-7C920DC08037}" dt="2026-09-02T02:13:49.110" v="3888" actId="403"/>
        <pc:sldMkLst>
          <pc:docMk/>
          <pc:sldMk cId="3248535583" sldId="423"/>
        </pc:sldMkLst>
        <pc:spChg chg="mod">
          <ac:chgData name="" userId="34fe208309845ca2" providerId="LiveId" clId="{E6CA08CD-303C-4C4E-802C-7C920DC08037}" dt="2026-09-02T02:13:49.110" v="3888" actId="403"/>
          <ac:spMkLst>
            <pc:docMk/>
            <pc:sldMk cId="3248535583" sldId="423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2:11:49.530" v="3435" actId="20577"/>
          <ac:spMkLst>
            <pc:docMk/>
            <pc:sldMk cId="3248535583" sldId="423"/>
            <ac:spMk id="4" creationId="{CEA0BC01-00FA-4D0B-94B3-AF594F486943}"/>
          </ac:spMkLst>
        </pc:spChg>
      </pc:sldChg>
      <pc:sldChg chg="modSp add">
        <pc:chgData name="" userId="34fe208309845ca2" providerId="LiveId" clId="{E6CA08CD-303C-4C4E-802C-7C920DC08037}" dt="2026-09-02T02:15:06.061" v="3959" actId="20577"/>
        <pc:sldMkLst>
          <pc:docMk/>
          <pc:sldMk cId="867175903" sldId="424"/>
        </pc:sldMkLst>
        <pc:spChg chg="mod">
          <ac:chgData name="" userId="34fe208309845ca2" providerId="LiveId" clId="{E6CA08CD-303C-4C4E-802C-7C920DC08037}" dt="2026-09-02T02:15:06.061" v="3959" actId="20577"/>
          <ac:spMkLst>
            <pc:docMk/>
            <pc:sldMk cId="867175903" sldId="424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2:14:03.209" v="3904" actId="20577"/>
          <ac:spMkLst>
            <pc:docMk/>
            <pc:sldMk cId="867175903" sldId="424"/>
            <ac:spMk id="3" creationId="{703EA17C-564B-4A4F-A3A6-3EA567721CF3}"/>
          </ac:spMkLst>
        </pc:spChg>
        <pc:spChg chg="mod">
          <ac:chgData name="" userId="34fe208309845ca2" providerId="LiveId" clId="{E6CA08CD-303C-4C4E-802C-7C920DC08037}" dt="2026-09-02T02:14:33.562" v="3945" actId="20577"/>
          <ac:spMkLst>
            <pc:docMk/>
            <pc:sldMk cId="867175903" sldId="424"/>
            <ac:spMk id="4" creationId="{CEA0BC01-00FA-4D0B-94B3-AF594F486943}"/>
          </ac:spMkLst>
        </pc:spChg>
      </pc:sldChg>
      <pc:sldChg chg="addSp delSp modSp add">
        <pc:chgData name="" userId="34fe208309845ca2" providerId="LiveId" clId="{E6CA08CD-303C-4C4E-802C-7C920DC08037}" dt="2026-09-02T02:16:03.595" v="4031"/>
        <pc:sldMkLst>
          <pc:docMk/>
          <pc:sldMk cId="1526998138" sldId="425"/>
        </pc:sldMkLst>
        <pc:spChg chg="mod">
          <ac:chgData name="" userId="34fe208309845ca2" providerId="LiveId" clId="{E6CA08CD-303C-4C4E-802C-7C920DC08037}" dt="2026-09-02T02:16:03.595" v="4031"/>
          <ac:spMkLst>
            <pc:docMk/>
            <pc:sldMk cId="1526998138" sldId="425"/>
            <ac:spMk id="2" creationId="{B4DAC35E-09CC-4B65-AB32-7638E90C41BB}"/>
          </ac:spMkLst>
        </pc:spChg>
        <pc:spChg chg="add del mod">
          <ac:chgData name="" userId="34fe208309845ca2" providerId="LiveId" clId="{E6CA08CD-303C-4C4E-802C-7C920DC08037}" dt="2026-09-02T02:15:58.114" v="4030" actId="20577"/>
          <ac:spMkLst>
            <pc:docMk/>
            <pc:sldMk cId="1526998138" sldId="425"/>
            <ac:spMk id="4" creationId="{CEA0BC01-00FA-4D0B-94B3-AF594F486943}"/>
          </ac:spMkLst>
        </pc:spChg>
      </pc:sldChg>
      <pc:sldChg chg="add del">
        <pc:chgData name="" userId="34fe208309845ca2" providerId="LiveId" clId="{E6CA08CD-303C-4C4E-802C-7C920DC08037}" dt="2026-09-02T02:13:57.821" v="3890" actId="2696"/>
        <pc:sldMkLst>
          <pc:docMk/>
          <pc:sldMk cId="2670657846" sldId="425"/>
        </pc:sldMkLst>
      </pc:sldChg>
      <pc:sldChg chg="add del">
        <pc:chgData name="" userId="34fe208309845ca2" providerId="LiveId" clId="{E6CA08CD-303C-4C4E-802C-7C920DC08037}" dt="2026-09-02T02:15:20.433" v="3962"/>
        <pc:sldMkLst>
          <pc:docMk/>
          <pc:sldMk cId="1739859448" sldId="426"/>
        </pc:sldMkLst>
      </pc:sldChg>
      <pc:sldChg chg="add del">
        <pc:chgData name="" userId="34fe208309845ca2" providerId="LiveId" clId="{E6CA08CD-303C-4C4E-802C-7C920DC08037}" dt="2026-09-02T02:15:28.721" v="3972"/>
        <pc:sldMkLst>
          <pc:docMk/>
          <pc:sldMk cId="1889784350" sldId="426"/>
        </pc:sldMkLst>
      </pc:sldChg>
      <pc:sldChg chg="add del">
        <pc:chgData name="" userId="34fe208309845ca2" providerId="LiveId" clId="{E6CA08CD-303C-4C4E-802C-7C920DC08037}" dt="2026-09-02T02:13:57.820" v="3889" actId="2696"/>
        <pc:sldMkLst>
          <pc:docMk/>
          <pc:sldMk cId="2981121380" sldId="426"/>
        </pc:sldMkLst>
      </pc:sldChg>
      <pc:sldChg chg="modSp add">
        <pc:chgData name="" userId="34fe208309845ca2" providerId="LiveId" clId="{E6CA08CD-303C-4C4E-802C-7C920DC08037}" dt="2026-09-02T02:16:31.847" v="4079"/>
        <pc:sldMkLst>
          <pc:docMk/>
          <pc:sldMk cId="3503671155" sldId="426"/>
        </pc:sldMkLst>
        <pc:spChg chg="mod">
          <ac:chgData name="" userId="34fe208309845ca2" providerId="LiveId" clId="{E6CA08CD-303C-4C4E-802C-7C920DC08037}" dt="2026-09-02T02:16:31.847" v="4079"/>
          <ac:spMkLst>
            <pc:docMk/>
            <pc:sldMk cId="3503671155" sldId="426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2:16:14.078" v="4039" actId="20577"/>
          <ac:spMkLst>
            <pc:docMk/>
            <pc:sldMk cId="3503671155" sldId="426"/>
            <ac:spMk id="4" creationId="{CEA0BC01-00FA-4D0B-94B3-AF594F486943}"/>
          </ac:spMkLst>
        </pc:spChg>
      </pc:sldChg>
      <pc:sldChg chg="add del">
        <pc:chgData name="" userId="34fe208309845ca2" providerId="LiveId" clId="{E6CA08CD-303C-4C4E-802C-7C920DC08037}" dt="2026-09-02T02:23:29.583" v="4264"/>
        <pc:sldMkLst>
          <pc:docMk/>
          <pc:sldMk cId="1495783287" sldId="427"/>
        </pc:sldMkLst>
      </pc:sldChg>
      <pc:sldChg chg="add del">
        <pc:chgData name="" userId="34fe208309845ca2" providerId="LiveId" clId="{E6CA08CD-303C-4C4E-802C-7C920DC08037}" dt="2026-09-02T02:15:28.515" v="3971"/>
        <pc:sldMkLst>
          <pc:docMk/>
          <pc:sldMk cId="1614873472" sldId="427"/>
        </pc:sldMkLst>
      </pc:sldChg>
      <pc:sldChg chg="delSp modSp add del">
        <pc:chgData name="" userId="34fe208309845ca2" providerId="LiveId" clId="{E6CA08CD-303C-4C4E-802C-7C920DC08037}" dt="2026-09-02T02:23:29.787" v="4265" actId="2696"/>
        <pc:sldMkLst>
          <pc:docMk/>
          <pc:sldMk cId="1944378017" sldId="427"/>
        </pc:sldMkLst>
        <pc:spChg chg="mod">
          <ac:chgData name="" userId="34fe208309845ca2" providerId="LiveId" clId="{E6CA08CD-303C-4C4E-802C-7C920DC08037}" dt="2026-09-02T02:23:14.295" v="4258" actId="20577"/>
          <ac:spMkLst>
            <pc:docMk/>
            <pc:sldMk cId="1944378017" sldId="427"/>
            <ac:spMk id="2" creationId="{B4DAC35E-09CC-4B65-AB32-7638E90C41BB}"/>
          </ac:spMkLst>
        </pc:spChg>
        <pc:spChg chg="mod">
          <ac:chgData name="" userId="34fe208309845ca2" providerId="LiveId" clId="{E6CA08CD-303C-4C4E-802C-7C920DC08037}" dt="2026-09-02T02:19:15.662" v="4119" actId="20577"/>
          <ac:spMkLst>
            <pc:docMk/>
            <pc:sldMk cId="1944378017" sldId="427"/>
            <ac:spMk id="3" creationId="{703EA17C-564B-4A4F-A3A6-3EA567721CF3}"/>
          </ac:spMkLst>
        </pc:spChg>
        <pc:spChg chg="del">
          <ac:chgData name="" userId="34fe208309845ca2" providerId="LiveId" clId="{E6CA08CD-303C-4C4E-802C-7C920DC08037}" dt="2026-09-02T02:19:23.675" v="4120" actId="478"/>
          <ac:spMkLst>
            <pc:docMk/>
            <pc:sldMk cId="1944378017" sldId="427"/>
            <ac:spMk id="4" creationId="{CEA0BC01-00FA-4D0B-94B3-AF594F486943}"/>
          </ac:spMkLst>
        </pc:spChg>
      </pc:sldChg>
      <pc:sldChg chg="add del">
        <pc:chgData name="" userId="34fe208309845ca2" providerId="LiveId" clId="{E6CA08CD-303C-4C4E-802C-7C920DC08037}" dt="2026-09-02T02:15:28.341" v="3970"/>
        <pc:sldMkLst>
          <pc:docMk/>
          <pc:sldMk cId="2067229543" sldId="428"/>
        </pc:sldMkLst>
      </pc:sldChg>
      <pc:sldChg chg="add del">
        <pc:chgData name="" userId="34fe208309845ca2" providerId="LiveId" clId="{E6CA08CD-303C-4C4E-802C-7C920DC08037}" dt="2026-09-02T02:23:21.518" v="4260" actId="2696"/>
        <pc:sldMkLst>
          <pc:docMk/>
          <pc:sldMk cId="2087382735" sldId="428"/>
        </pc:sldMkLst>
      </pc:sldChg>
    </pc:docChg>
  </pc:docChgLst>
  <pc:docChgLst>
    <pc:chgData userId="34fe208309845ca2" providerId="LiveId" clId="{9CC23349-C93F-491B-9533-8BDEFF9BF850}"/>
    <pc:docChg chg="undo custSel modSld">
      <pc:chgData name="" userId="34fe208309845ca2" providerId="LiveId" clId="{9CC23349-C93F-491B-9533-8BDEFF9BF850}" dt="2026-09-02T03:58:00.631" v="179"/>
      <pc:docMkLst>
        <pc:docMk/>
      </pc:docMkLst>
      <pc:sldChg chg="addSp delSp modSp">
        <pc:chgData name="" userId="34fe208309845ca2" providerId="LiveId" clId="{9CC23349-C93F-491B-9533-8BDEFF9BF850}" dt="2026-09-02T03:57:55.838" v="178"/>
        <pc:sldMkLst>
          <pc:docMk/>
          <pc:sldMk cId="433229465" sldId="386"/>
        </pc:sldMkLst>
        <pc:spChg chg="mod">
          <ac:chgData name="" userId="34fe208309845ca2" providerId="LiveId" clId="{9CC23349-C93F-491B-9533-8BDEFF9BF850}" dt="2026-09-02T03:57:55.838" v="178"/>
          <ac:spMkLst>
            <pc:docMk/>
            <pc:sldMk cId="433229465" sldId="386"/>
            <ac:spMk id="2" creationId="{B4DAC35E-09CC-4B65-AB32-7638E90C41BB}"/>
          </ac:spMkLst>
        </pc:spChg>
        <pc:spChg chg="mod">
          <ac:chgData name="" userId="34fe208309845ca2" providerId="LiveId" clId="{9CC23349-C93F-491B-9533-8BDEFF9BF850}" dt="2026-09-02T03:57:31.354" v="173" actId="20577"/>
          <ac:spMkLst>
            <pc:docMk/>
            <pc:sldMk cId="433229465" sldId="386"/>
            <ac:spMk id="3" creationId="{703EA17C-564B-4A4F-A3A6-3EA567721CF3}"/>
          </ac:spMkLst>
        </pc:spChg>
        <pc:spChg chg="del mod">
          <ac:chgData name="" userId="34fe208309845ca2" providerId="LiveId" clId="{9CC23349-C93F-491B-9533-8BDEFF9BF850}" dt="2026-09-02T03:57:32.199" v="174" actId="478"/>
          <ac:spMkLst>
            <pc:docMk/>
            <pc:sldMk cId="433229465" sldId="386"/>
            <ac:spMk id="4" creationId="{CEA0BC01-00FA-4D0B-94B3-AF594F486943}"/>
          </ac:spMkLst>
        </pc:spChg>
        <pc:spChg chg="del mod">
          <ac:chgData name="" userId="34fe208309845ca2" providerId="LiveId" clId="{9CC23349-C93F-491B-9533-8BDEFF9BF850}" dt="2026-09-02T03:54:30.039" v="2"/>
          <ac:spMkLst>
            <pc:docMk/>
            <pc:sldMk cId="433229465" sldId="386"/>
            <ac:spMk id="5" creationId="{FE2CE7CD-CA32-48C4-A35C-E6E646256808}"/>
          </ac:spMkLst>
        </pc:spChg>
        <pc:spChg chg="add mod">
          <ac:chgData name="" userId="34fe208309845ca2" providerId="LiveId" clId="{9CC23349-C93F-491B-9533-8BDEFF9BF850}" dt="2026-09-02T03:55:01.137" v="21" actId="1076"/>
          <ac:spMkLst>
            <pc:docMk/>
            <pc:sldMk cId="433229465" sldId="386"/>
            <ac:spMk id="6" creationId="{6378AB24-FF64-4587-848D-5A844A40E0A6}"/>
          </ac:spMkLst>
        </pc:spChg>
        <pc:spChg chg="add del mod">
          <ac:chgData name="" userId="34fe208309845ca2" providerId="LiveId" clId="{9CC23349-C93F-491B-9533-8BDEFF9BF850}" dt="2026-09-02T03:55:02.791" v="22" actId="478"/>
          <ac:spMkLst>
            <pc:docMk/>
            <pc:sldMk cId="433229465" sldId="386"/>
            <ac:spMk id="7" creationId="{4B8E7A73-FD01-4F39-AA33-F5B828B0DCA1}"/>
          </ac:spMkLst>
        </pc:spChg>
        <pc:spChg chg="add mod">
          <ac:chgData name="" userId="34fe208309845ca2" providerId="LiveId" clId="{9CC23349-C93F-491B-9533-8BDEFF9BF850}" dt="2026-09-02T03:55:29.059" v="33" actId="1076"/>
          <ac:spMkLst>
            <pc:docMk/>
            <pc:sldMk cId="433229465" sldId="386"/>
            <ac:spMk id="8" creationId="{1F4D196A-B828-4880-AE9C-F98DE5489F08}"/>
          </ac:spMkLst>
        </pc:spChg>
        <pc:spChg chg="add mod ord">
          <ac:chgData name="" userId="34fe208309845ca2" providerId="LiveId" clId="{9CC23349-C93F-491B-9533-8BDEFF9BF850}" dt="2026-09-02T03:55:51.738" v="38" actId="207"/>
          <ac:spMkLst>
            <pc:docMk/>
            <pc:sldMk cId="433229465" sldId="386"/>
            <ac:spMk id="9" creationId="{99A12D48-1202-4C32-A023-9F0D172E758F}"/>
          </ac:spMkLst>
        </pc:spChg>
        <pc:spChg chg="add mod">
          <ac:chgData name="" userId="34fe208309845ca2" providerId="LiveId" clId="{9CC23349-C93F-491B-9533-8BDEFF9BF850}" dt="2026-09-02T03:56:08.696" v="40" actId="1076"/>
          <ac:spMkLst>
            <pc:docMk/>
            <pc:sldMk cId="433229465" sldId="386"/>
            <ac:spMk id="10" creationId="{72BBFFA2-C66F-4B01-A801-DA43FA1828F2}"/>
          </ac:spMkLst>
        </pc:spChg>
      </pc:sldChg>
      <pc:sldChg chg="modSp">
        <pc:chgData name="" userId="34fe208309845ca2" providerId="LiveId" clId="{9CC23349-C93F-491B-9533-8BDEFF9BF850}" dt="2026-09-02T03:58:00.631" v="179"/>
        <pc:sldMkLst>
          <pc:docMk/>
          <pc:sldMk cId="1899520311" sldId="387"/>
        </pc:sldMkLst>
        <pc:spChg chg="mod">
          <ac:chgData name="" userId="34fe208309845ca2" providerId="LiveId" clId="{9CC23349-C93F-491B-9533-8BDEFF9BF850}" dt="2026-09-02T03:58:00.631" v="179"/>
          <ac:spMkLst>
            <pc:docMk/>
            <pc:sldMk cId="1899520311" sldId="387"/>
            <ac:spMk id="2" creationId="{B4DAC35E-09CC-4B65-AB32-7638E90C41BB}"/>
          </ac:spMkLst>
        </pc:spChg>
      </pc:sldChg>
    </pc:docChg>
  </pc:docChgLst>
  <pc:docChgLst>
    <pc:chgData userId="34fe208309845ca2" providerId="LiveId" clId="{EA161CCC-EE11-4865-A2F7-107C8869DC32}"/>
  </pc:docChgLst>
  <pc:docChgLst>
    <pc:chgData userId="34fe208309845ca2" providerId="LiveId" clId="{1835F590-A5DB-4B29-A744-D501766D4C0A}"/>
  </pc:docChgLst>
  <pc:docChgLst>
    <pc:chgData userId="34fe208309845ca2" providerId="LiveId" clId="{BD173BFB-72C1-46F1-BD6E-073F55976DD4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8A795EB-8C56-0CE8-31C4-A3F6CD072F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43666B-9B61-22AA-B5D2-C09A236B56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08340-478E-4BAD-B4B6-F491CB9CA0F1}" type="datetimeFigureOut">
              <a:rPr lang="ko-KR" altLang="en-US" smtClean="0"/>
              <a:t>2026-09-02 (Wed)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299BF8-AA7A-C1AE-4C9D-D59B73701E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07008-AF79-BC76-210A-65F8C7D02E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2F09B-653F-4B87-A97C-97F851CE2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7578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CA69C-107B-4200-BCF8-A5785FAF3E71}" type="datetimeFigureOut">
              <a:rPr lang="ko-KR" altLang="en-US" smtClean="0"/>
              <a:t>2026-09-02 (Wed)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7F386-2ECE-4829-AA1A-6C2E69A2FD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550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7F386-2ECE-4829-AA1A-6C2E69A2FDB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035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C9D2-3882-FE82-3EC6-D2BF8B61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EE6EF5-81D1-6A44-30CE-B6C90A225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E9062E-C1EA-79C9-AB36-B97F4B386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19A8FC-B2ED-F311-5B52-29A629526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7F386-2ECE-4829-AA1A-6C2E69A2FDB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338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6D7F5-7FE9-45E1-270E-768AE669F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1" name="부제목 2">
            <a:extLst>
              <a:ext uri="{FF2B5EF4-FFF2-40B4-BE49-F238E27FC236}">
                <a16:creationId xmlns:a16="http://schemas.microsoft.com/office/drawing/2014/main" id="{61627544-0506-4CF7-2D7A-DB99274B0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88478"/>
            <a:ext cx="10355954" cy="469321"/>
          </a:xfrm>
        </p:spPr>
        <p:txBody>
          <a:bodyPr>
            <a:normAutofit/>
          </a:bodyPr>
          <a:lstStyle>
            <a:lvl1pPr marL="0" indent="0" algn="r" defTabSz="914400" rtl="0" eaLnBrk="1" latinLnBrk="1" hangingPunct="1">
              <a:buNone/>
              <a:defRPr lang="ko-KR" altLang="en-US" sz="2000" kern="120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AF0843-96FB-AF32-3345-7663BE0D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4326569"/>
            <a:ext cx="2743200" cy="36512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1" hangingPunct="1">
              <a:defRPr lang="ko-KR" altLang="en-US" sz="1800" kern="1200" smtClean="0">
                <a:solidFill>
                  <a:srgbClr val="A6A6A6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+mn-cs"/>
              </a:defRPr>
            </a:lvl1pPr>
          </a:lstStyle>
          <a:p>
            <a:fld id="{18C8A3E1-CFAD-4B2B-9514-6B71D40BA3C6}" type="datetimeFigureOut">
              <a:rPr lang="en-US" altLang="ko-KR" smtClean="0"/>
              <a:pPr/>
              <a:t>9/2/2026</a:t>
            </a:fld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755671-9A74-63FA-1535-8244688C5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900" y="6360399"/>
            <a:ext cx="730197" cy="365125"/>
          </a:xfrm>
          <a:prstGeom prst="rect">
            <a:avLst/>
          </a:prstGeom>
        </p:spPr>
        <p:txBody>
          <a:bodyPr/>
          <a:lstStyle>
            <a:lvl1pPr algn="ctr">
              <a:defRPr lang="ko-KR" altLang="en-US" sz="1600" kern="1200" smtClean="0">
                <a:solidFill>
                  <a:srgbClr val="A6A6A6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+mn-cs"/>
              </a:defRPr>
            </a:lvl1pPr>
          </a:lstStyle>
          <a:p>
            <a:fld id="{D884DBB9-61C6-46FF-8507-37B7B6653885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931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4BD067-F4B8-D7DD-6790-AF6A33CF9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199" y="1540800"/>
            <a:ext cx="10254577" cy="4351338"/>
          </a:xfrm>
        </p:spPr>
        <p:txBody>
          <a:bodyPr>
            <a:normAutofit/>
          </a:bodyPr>
          <a:lstStyle>
            <a:lvl1pPr>
              <a:defRPr sz="16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  <a:lvl2pPr>
              <a:defRPr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2pPr>
            <a:lvl3pPr>
              <a:defRPr sz="12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3pPr>
            <a:lvl4pPr>
              <a:defRPr sz="11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4pPr>
            <a:lvl5pPr>
              <a:defRPr sz="11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2BA452F-6474-D4C1-7B87-CC9E7AA6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177" y="287487"/>
            <a:ext cx="10515600" cy="501047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>
            <a:lvl1pPr>
              <a:defRPr sz="2400" b="1"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E7EFF4D-DCE7-EC24-CA7C-522ADF97492C}"/>
              </a:ext>
            </a:extLst>
          </p:cNvPr>
          <p:cNvSpPr/>
          <p:nvPr userDrawn="1"/>
        </p:nvSpPr>
        <p:spPr>
          <a:xfrm flipV="1">
            <a:off x="700175" y="742815"/>
            <a:ext cx="10515601" cy="45719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1F34C76-95EE-BE30-E4E2-E7EAD6A7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900" y="6360399"/>
            <a:ext cx="730197" cy="365125"/>
          </a:xfrm>
          <a:prstGeom prst="rect">
            <a:avLst/>
          </a:prstGeom>
        </p:spPr>
        <p:txBody>
          <a:bodyPr/>
          <a:lstStyle>
            <a:lvl1pPr algn="ctr">
              <a:defRPr lang="ko-KR" altLang="en-US" sz="1600" kern="1200" smtClean="0">
                <a:solidFill>
                  <a:srgbClr val="A6A6A6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+mn-cs"/>
              </a:defRPr>
            </a:lvl1pPr>
          </a:lstStyle>
          <a:p>
            <a:fld id="{D884DBB9-61C6-46FF-8507-37B7B6653885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66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9539F-5D37-E13F-FF11-5C941558A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64BF6F-814D-F9E8-50BD-D486F8D07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E0DC3C-7E1E-B3B8-03A0-E270155A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C8A3E1-CFAD-4B2B-9514-6B71D40BA3C6}" type="datetimeFigureOut">
              <a:rPr lang="ko-KR" altLang="en-US" smtClean="0"/>
              <a:t>2026-09-02 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226530-7D07-5455-768B-A8A8DD132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59C41-0F3B-E9FF-8BFC-E4BBDEEE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84DBB9-61C6-46FF-8507-37B7B6653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33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254ED-1733-25EA-02BD-DE2E82D8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527181-6985-964A-B002-2C5095C52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A8AD02-2BF5-679C-DB4E-AE821DC8F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C4247D-A667-7D94-4A7E-5A71799D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C8A3E1-CFAD-4B2B-9514-6B71D40BA3C6}" type="datetimeFigureOut">
              <a:rPr lang="ko-KR" altLang="en-US" smtClean="0"/>
              <a:t>2026-09-02 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BEFBFE-5A1C-1911-E524-8C31E0EE2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2FE53-DC26-5085-5E07-EE9BF106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84DBB9-61C6-46FF-8507-37B7B6653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833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EDD0-1B92-B3FF-249A-D49AF20F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E1B4FF-6C3A-0E04-6EEA-4400B70BD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A94F4C-BEB0-F93C-E0A4-A1980499D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99D47F-585A-37AE-F332-A52AFED4A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789B67-56C9-A3F2-0A0D-A11F7B17A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43BD31-26CF-BE83-5851-938303DA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C8A3E1-CFAD-4B2B-9514-6B71D40BA3C6}" type="datetimeFigureOut">
              <a:rPr lang="ko-KR" altLang="en-US" smtClean="0"/>
              <a:t>2026-09-02 (Wed)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8F6DDCA-8889-D0CE-0F5D-4D6A26C4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04A1E56-AC0A-94FA-27BA-AE2765CF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84DBB9-61C6-46FF-8507-37B7B6653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913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15AEA5-F630-E45B-771D-9D1290A3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A9B19A-4D94-6C17-E3AF-4310CCD1E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C8A3E1-CFAD-4B2B-9514-6B71D40BA3C6}" type="datetimeFigureOut">
              <a:rPr lang="ko-KR" altLang="en-US" smtClean="0"/>
              <a:t>2026-09-02 (Wed)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8BC10A-FD8B-15DB-58FC-A19333C3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DD5C3D-5C30-A48F-2FBB-0D4A6DAA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84DBB9-61C6-46FF-8507-37B7B6653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68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8AB659-AA95-5921-E5DC-D9EE972501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C8A3E1-CFAD-4B2B-9514-6B71D40BA3C6}" type="datetimeFigureOut">
              <a:rPr lang="ko-KR" altLang="en-US" smtClean="0"/>
              <a:t>2026-09-02 (Wed)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1DB519A-ECD6-EACE-5267-B57238A5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FBBED0-747C-690B-DEAB-256FCFD1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84DBB9-61C6-46FF-8507-37B7B6653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4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AC18C-15AA-25E3-1BC1-A9FB0A81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DD86DB-1F0D-B872-1BBD-6548F59AC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CCC6C-B379-39AD-C8EF-EE9B9D3E4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F8B377-3F90-B8CE-C300-FFBED1948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C8A3E1-CFAD-4B2B-9514-6B71D40BA3C6}" type="datetimeFigureOut">
              <a:rPr lang="ko-KR" altLang="en-US" smtClean="0"/>
              <a:t>2026-09-02 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5C8B76-0D7E-AFBE-2FE5-BA06BFFD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49092F-749D-3281-49C1-61FA3B7A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84DBB9-61C6-46FF-8507-37B7B6653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653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0FD3E-069F-CE51-6AB8-B55C11414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E7B515-3DF6-F31C-03D1-F528024163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B3C531-1A31-160A-07E1-D12779BCF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6779C9-8375-202D-7362-A0D0E35C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C8A3E1-CFAD-4B2B-9514-6B71D40BA3C6}" type="datetimeFigureOut">
              <a:rPr lang="ko-KR" altLang="en-US" smtClean="0"/>
              <a:t>2026-09-02 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44F1D-D6E7-22DC-C13A-4460CD46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3DFC24-7D1B-6032-2E5C-6215608D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84DBB9-61C6-46FF-8507-37B7B6653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935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D3B62F-E254-6D42-B077-3A4BDEB3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FEC65B-AFA4-1253-F868-EA1733BCD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D4C41C-B54B-E289-1B74-EAF7A8A4EC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C8A3E1-CFAD-4B2B-9514-6B71D40BA3C6}" type="datetimeFigureOut">
              <a:rPr lang="ko-KR" altLang="en-US" smtClean="0"/>
              <a:t>2026-09-02 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F09760-D9CF-D992-FF3E-B11E6B8E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E86F80-9B93-3E5D-22F7-E3111901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84DBB9-61C6-46FF-8507-37B7B6653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85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61B63A-F006-BF94-D7D6-C064116FD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02FFF1-0108-53D9-4766-09A0C8C89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B196AB-57CD-CBB2-76FE-5F8CEA8807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C8A3E1-CFAD-4B2B-9514-6B71D40BA3C6}" type="datetimeFigureOut">
              <a:rPr lang="ko-KR" altLang="en-US" smtClean="0"/>
              <a:t>2026-09-02 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7D05D-7B40-1040-E3A5-9BB493352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2B0657-9859-91E7-17D8-90D3196D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84DBB9-61C6-46FF-8507-37B7B6653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71A24B-0B4B-4B0A-1C42-DDC27112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C8D528-C3CC-5E3A-30D8-07FD818D1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A70F6E-0478-4F28-8EB4-67C2EE8E0449}"/>
              </a:ext>
            </a:extLst>
          </p:cNvPr>
          <p:cNvSpPr/>
          <p:nvPr userDrawn="1"/>
        </p:nvSpPr>
        <p:spPr>
          <a:xfrm flipV="1">
            <a:off x="-1" y="6767460"/>
            <a:ext cx="12192001" cy="90540"/>
          </a:xfrm>
          <a:prstGeom prst="rect">
            <a:avLst/>
          </a:prstGeom>
          <a:solidFill>
            <a:srgbClr val="0F0F7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97E95B9-27D3-4A0B-B784-0D2297E60016}"/>
              </a:ext>
            </a:extLst>
          </p:cNvPr>
          <p:cNvGrpSpPr/>
          <p:nvPr userDrawn="1"/>
        </p:nvGrpSpPr>
        <p:grpSpPr>
          <a:xfrm>
            <a:off x="119901" y="6338249"/>
            <a:ext cx="3422170" cy="356900"/>
            <a:chOff x="322073" y="6259771"/>
            <a:chExt cx="3279111" cy="356900"/>
          </a:xfrm>
        </p:grpSpPr>
        <p:pic>
          <p:nvPicPr>
            <p:cNvPr id="6" name="그림 5" descr="그래픽, 폰트, 예술, 그래픽 디자인이(가) 표시된 사진">
              <a:extLst>
                <a:ext uri="{FF2B5EF4-FFF2-40B4-BE49-F238E27FC236}">
                  <a16:creationId xmlns:a16="http://schemas.microsoft.com/office/drawing/2014/main" id="{759AE532-CFA4-478A-BB37-055BE4A73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073" y="6259771"/>
              <a:ext cx="344054" cy="356900"/>
            </a:xfrm>
            <a:prstGeom prst="rect">
              <a:avLst/>
            </a:prstGeom>
            <a:noFill/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7AED6B-6C35-4B7F-BD61-DAFC362C4AF2}"/>
                </a:ext>
              </a:extLst>
            </p:cNvPr>
            <p:cNvSpPr txBox="1"/>
            <p:nvPr/>
          </p:nvSpPr>
          <p:spPr>
            <a:xfrm>
              <a:off x="666127" y="6312199"/>
              <a:ext cx="293505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rgbClr val="A6A6A6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Pretendard ExtraLight" panose="02000303000000020004" pitchFamily="50" charset="-127"/>
                </a:rPr>
                <a:t>SNU MICC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8796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63CE1D-DECE-5FD6-B9F4-C63B67B24AC7}"/>
              </a:ext>
            </a:extLst>
          </p:cNvPr>
          <p:cNvSpPr txBox="1"/>
          <p:nvPr/>
        </p:nvSpPr>
        <p:spPr>
          <a:xfrm>
            <a:off x="58021" y="2351782"/>
            <a:ext cx="12075958" cy="58477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공정실험 열전달 </a:t>
            </a:r>
            <a:r>
              <a:rPr lang="ko-KR" altLang="en-US" sz="3200" dirty="0" err="1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학습툴</a:t>
            </a:r>
            <a:r>
              <a:rPr lang="ko-KR" altLang="en-US" sz="32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lang="en-US" altLang="ko-KR" sz="32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- CFD</a:t>
            </a:r>
            <a:endParaRPr lang="ko-KR" altLang="en-US" sz="3200" dirty="0"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BDE8B-50DC-EA26-F13A-85097E4CAE90}"/>
              </a:ext>
            </a:extLst>
          </p:cNvPr>
          <p:cNvSpPr txBox="1"/>
          <p:nvPr/>
        </p:nvSpPr>
        <p:spPr>
          <a:xfrm>
            <a:off x="9879686" y="4583650"/>
            <a:ext cx="18197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2026/09/02 </a:t>
            </a:r>
          </a:p>
          <a:p>
            <a:pPr algn="r"/>
            <a:endParaRPr lang="en-US" altLang="ko-KR" sz="20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r"/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석정헌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20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남건욱</a:t>
            </a:r>
            <a:endParaRPr lang="en-US" altLang="ko-KR" sz="20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788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49A1F-1C46-F9D4-1F47-DEA98626D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D77B2B-515B-F16F-5A04-600561A6C4B9}"/>
              </a:ext>
            </a:extLst>
          </p:cNvPr>
          <p:cNvSpPr txBox="1"/>
          <p:nvPr/>
        </p:nvSpPr>
        <p:spPr>
          <a:xfrm>
            <a:off x="669337" y="1827705"/>
            <a:ext cx="11235280" cy="212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실험 </a:t>
            </a:r>
            <a:r>
              <a:rPr lang="en-US" altLang="ko-KR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A: </a:t>
            </a:r>
            <a:r>
              <a:rPr lang="ko-KR" altLang="en-US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대류와 복사의 복합 열전달</a:t>
            </a:r>
            <a:endParaRPr lang="en-US" altLang="ko-KR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실험 </a:t>
            </a:r>
            <a:r>
              <a:rPr lang="en-US" altLang="ko-KR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B: </a:t>
            </a:r>
            <a:r>
              <a:rPr lang="ko-KR" altLang="en-US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온도 </a:t>
            </a:r>
            <a:r>
              <a:rPr lang="ko-KR" altLang="en-US" dirty="0" err="1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측정시</a:t>
            </a:r>
            <a:r>
              <a:rPr lang="ko-KR" altLang="en-US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복사에 의한 오류</a:t>
            </a:r>
            <a:endParaRPr lang="en-US" altLang="ko-KR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예상 타임라인 및 계획</a:t>
            </a:r>
            <a:endParaRPr lang="en-US" altLang="ko-KR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8CD557CC-24B0-45AA-8FFA-9B3EC73F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177" y="287487"/>
            <a:ext cx="10515600" cy="501047"/>
          </a:xfr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900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수평 원통형 히터에 일정 전력</a:t>
            </a:r>
            <a:r>
              <a:rPr lang="en-US" altLang="ko-KR" dirty="0"/>
              <a:t>(</a:t>
            </a:r>
            <a:r>
              <a:rPr lang="ko-KR" altLang="en-US" dirty="0" err="1"/>
              <a:t>열유량</a:t>
            </a:r>
            <a:r>
              <a:rPr lang="en-US" altLang="ko-KR" dirty="0"/>
              <a:t>)</a:t>
            </a:r>
            <a:r>
              <a:rPr lang="ko-KR" altLang="en-US" dirty="0"/>
              <a:t>을 공급했을 때</a:t>
            </a:r>
            <a:r>
              <a:rPr lang="en-US" altLang="ko-KR" dirty="0"/>
              <a:t>, </a:t>
            </a:r>
            <a:r>
              <a:rPr lang="ko-KR" altLang="en-US" dirty="0"/>
              <a:t>아래 항목을 확인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히터 주변 자연대류</a:t>
            </a:r>
            <a:r>
              <a:rPr lang="en-US" altLang="ko-KR" sz="1600" dirty="0"/>
              <a:t>, </a:t>
            </a:r>
            <a:r>
              <a:rPr lang="ko-KR" altLang="en-US" sz="1600" dirty="0"/>
              <a:t>상승 열 </a:t>
            </a:r>
            <a:r>
              <a:rPr lang="en-US" altLang="ko-KR" sz="1600" dirty="0"/>
              <a:t>plume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duct </a:t>
            </a:r>
            <a:r>
              <a:rPr lang="ko-KR" altLang="en-US" sz="1600" dirty="0"/>
              <a:t>내부 공기 및 히터의 시간별 온도분포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히터 중앙 부근 온도 </a:t>
            </a:r>
            <a:r>
              <a:rPr lang="en-US" altLang="ko-KR" sz="1600" dirty="0"/>
              <a:t>(T10)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히터 </a:t>
            </a:r>
            <a:r>
              <a:rPr lang="en-US" altLang="ko-KR" sz="1600" dirty="0"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ym typeface="Wingdings" panose="05000000000000000000" pitchFamily="2" charset="2"/>
              </a:rPr>
              <a:t>공기 대류 열량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sym typeface="Wingdings" panose="05000000000000000000" pitchFamily="2" charset="2"/>
              </a:rPr>
              <a:t>히터에서 방출되는 복사 열량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sym typeface="Wingdings" panose="05000000000000000000" pitchFamily="2" charset="2"/>
              </a:rPr>
              <a:t>(+ </a:t>
            </a:r>
            <a:r>
              <a:rPr lang="ko-KR" altLang="en-US" sz="1600" dirty="0" err="1">
                <a:sym typeface="Wingdings" panose="05000000000000000000" pitchFamily="2" charset="2"/>
              </a:rPr>
              <a:t>덕트</a:t>
            </a:r>
            <a:r>
              <a:rPr lang="ko-KR" altLang="en-US" sz="1600" dirty="0">
                <a:sym typeface="Wingdings" panose="05000000000000000000" pitchFamily="2" charset="2"/>
              </a:rPr>
              <a:t> 벽과 </a:t>
            </a:r>
            <a:r>
              <a:rPr lang="ko-KR" altLang="en-US" sz="1600" dirty="0" err="1">
                <a:sym typeface="Wingdings" panose="05000000000000000000" pitchFamily="2" charset="2"/>
              </a:rPr>
              <a:t>지지부</a:t>
            </a:r>
            <a:r>
              <a:rPr lang="ko-KR" altLang="en-US" sz="1600" dirty="0">
                <a:sym typeface="Wingdings" panose="05000000000000000000" pitchFamily="2" charset="2"/>
              </a:rPr>
              <a:t> 조건에 따른 </a:t>
            </a:r>
            <a:r>
              <a:rPr lang="ko-KR" altLang="en-US" sz="1600" dirty="0" err="1">
                <a:sym typeface="Wingdings" panose="05000000000000000000" pitchFamily="2" charset="2"/>
              </a:rPr>
              <a:t>열손실</a:t>
            </a:r>
            <a:r>
              <a:rPr lang="ko-KR" altLang="en-US" sz="1600" dirty="0">
                <a:sym typeface="Wingdings" panose="05000000000000000000" pitchFamily="2" charset="2"/>
              </a:rPr>
              <a:t> 변화</a:t>
            </a:r>
            <a:r>
              <a:rPr lang="en-US" altLang="ko-KR" sz="1600" dirty="0">
                <a:sym typeface="Wingdings" panose="05000000000000000000" pitchFamily="2" charset="2"/>
              </a:rPr>
              <a:t>, CFD</a:t>
            </a:r>
            <a:r>
              <a:rPr lang="ko-KR" altLang="en-US" sz="1600" dirty="0">
                <a:sym typeface="Wingdings" panose="05000000000000000000" pitchFamily="2" charset="2"/>
              </a:rPr>
              <a:t> 결과와 실험 결과 차이 확인</a:t>
            </a:r>
            <a:r>
              <a:rPr lang="en-US" altLang="ko-KR" sz="1600" dirty="0">
                <a:sym typeface="Wingdings" panose="05000000000000000000" pitchFamily="2" charset="2"/>
              </a:rPr>
              <a:t>)</a:t>
            </a:r>
            <a:endParaRPr lang="en-US" altLang="ko-KR" sz="16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해석 목표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pic>
        <p:nvPicPr>
          <p:cNvPr id="7" name="Picture 0">
            <a:extLst>
              <a:ext uri="{FF2B5EF4-FFF2-40B4-BE49-F238E27FC236}">
                <a16:creationId xmlns:a16="http://schemas.microsoft.com/office/drawing/2014/main" id="{DC9DEC97-83B6-4169-BBEB-43306CF9E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rcRect l="6285" t="11245" r="11120" b="13938"/>
          <a:stretch>
            <a:fillRect/>
          </a:stretch>
        </p:blipFill>
        <p:spPr>
          <a:xfrm>
            <a:off x="8760112" y="1591714"/>
            <a:ext cx="1778711" cy="232776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45D2CD5-B6CE-4702-8539-7EA0F64F12F7}"/>
              </a:ext>
            </a:extLst>
          </p:cNvPr>
          <p:cNvSpPr/>
          <p:nvPr/>
        </p:nvSpPr>
        <p:spPr>
          <a:xfrm>
            <a:off x="11108725" y="1591714"/>
            <a:ext cx="391297" cy="23301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9E76C9-0BB3-4F14-84D7-776C3CA7089D}"/>
              </a:ext>
            </a:extLst>
          </p:cNvPr>
          <p:cNvSpPr/>
          <p:nvPr/>
        </p:nvSpPr>
        <p:spPr>
          <a:xfrm>
            <a:off x="11108725" y="1943882"/>
            <a:ext cx="391297" cy="8649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52E6BB0C-963E-43A1-B646-ED9CC9F5B85D}"/>
              </a:ext>
            </a:extLst>
          </p:cNvPr>
          <p:cNvSpPr/>
          <p:nvPr/>
        </p:nvSpPr>
        <p:spPr>
          <a:xfrm>
            <a:off x="10582059" y="2741201"/>
            <a:ext cx="391297" cy="15445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771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이전 실험 결과의 평균을 </a:t>
            </a:r>
            <a:r>
              <a:rPr lang="ko-KR" altLang="en-US" dirty="0" err="1"/>
              <a:t>대표값으로</a:t>
            </a:r>
            <a:r>
              <a:rPr lang="ko-KR" altLang="en-US" dirty="0"/>
              <a:t> 이용</a:t>
            </a:r>
            <a:endParaRPr lang="en-US" altLang="ko-KR" dirty="0"/>
          </a:p>
          <a:p>
            <a:r>
              <a:rPr lang="ko-KR" altLang="en-US" dirty="0" err="1"/>
              <a:t>전력값을</a:t>
            </a:r>
            <a:r>
              <a:rPr lang="ko-KR" altLang="en-US" dirty="0"/>
              <a:t> </a:t>
            </a:r>
            <a:r>
              <a:rPr lang="en-US" altLang="ko-KR" dirty="0"/>
              <a:t>CFD</a:t>
            </a:r>
            <a:r>
              <a:rPr lang="ko-KR" altLang="en-US" dirty="0"/>
              <a:t>의 </a:t>
            </a:r>
            <a:r>
              <a:rPr lang="en-US" altLang="ko-KR" dirty="0"/>
              <a:t>input</a:t>
            </a:r>
            <a:r>
              <a:rPr lang="ko-KR" altLang="en-US" dirty="0"/>
              <a:t>으로 이용</a:t>
            </a:r>
            <a:r>
              <a:rPr lang="en-US" altLang="ko-KR" dirty="0"/>
              <a:t>, </a:t>
            </a:r>
            <a:r>
              <a:rPr lang="ko-KR" altLang="en-US" dirty="0"/>
              <a:t>실측 </a:t>
            </a:r>
            <a:r>
              <a:rPr lang="en-US" altLang="ko-KR" dirty="0"/>
              <a:t>T10</a:t>
            </a:r>
            <a:r>
              <a:rPr lang="ko-KR" altLang="en-US" dirty="0"/>
              <a:t>값과 </a:t>
            </a:r>
            <a:r>
              <a:rPr lang="en-US" altLang="ko-KR" dirty="0"/>
              <a:t>CFD </a:t>
            </a:r>
            <a:r>
              <a:rPr lang="ko-KR" altLang="en-US" dirty="0"/>
              <a:t>결과 비교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가열될 실린더는 따뜻한 상태로 </a:t>
            </a:r>
            <a:r>
              <a:rPr lang="en-US" altLang="ko-KR" dirty="0"/>
              <a:t>CFD </a:t>
            </a:r>
            <a:r>
              <a:rPr lang="ko-KR" altLang="en-US" dirty="0"/>
              <a:t>계산 시작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실험 </a:t>
            </a:r>
            <a:r>
              <a:rPr lang="ko-KR" altLang="en-US" sz="2000" dirty="0" err="1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기준값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94AA048-6B91-4E14-ABA2-EE71B28D4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686301"/>
              </p:ext>
            </p:extLst>
          </p:nvPr>
        </p:nvGraphicFramePr>
        <p:xfrm>
          <a:off x="2180245" y="2965622"/>
          <a:ext cx="7816484" cy="1377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3280">
                  <a:extLst>
                    <a:ext uri="{9D8B030D-6E8A-4147-A177-3AD203B41FA5}">
                      <a16:colId xmlns:a16="http://schemas.microsoft.com/office/drawing/2014/main" val="2293473390"/>
                    </a:ext>
                  </a:extLst>
                </a:gridCol>
                <a:gridCol w="1675801">
                  <a:extLst>
                    <a:ext uri="{9D8B030D-6E8A-4147-A177-3AD203B41FA5}">
                      <a16:colId xmlns:a16="http://schemas.microsoft.com/office/drawing/2014/main" val="3762222426"/>
                    </a:ext>
                  </a:extLst>
                </a:gridCol>
                <a:gridCol w="1675801">
                  <a:extLst>
                    <a:ext uri="{9D8B030D-6E8A-4147-A177-3AD203B41FA5}">
                      <a16:colId xmlns:a16="http://schemas.microsoft.com/office/drawing/2014/main" val="3486404519"/>
                    </a:ext>
                  </a:extLst>
                </a:gridCol>
                <a:gridCol w="1675801">
                  <a:extLst>
                    <a:ext uri="{9D8B030D-6E8A-4147-A177-3AD203B41FA5}">
                      <a16:colId xmlns:a16="http://schemas.microsoft.com/office/drawing/2014/main" val="109768510"/>
                    </a:ext>
                  </a:extLst>
                </a:gridCol>
                <a:gridCol w="1675801">
                  <a:extLst>
                    <a:ext uri="{9D8B030D-6E8A-4147-A177-3AD203B41FA5}">
                      <a16:colId xmlns:a16="http://schemas.microsoft.com/office/drawing/2014/main" val="3918900224"/>
                    </a:ext>
                  </a:extLst>
                </a:gridCol>
              </a:tblGrid>
              <a:tr h="344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전압 </a:t>
                      </a:r>
                      <a:r>
                        <a:rPr lang="en-US" altLang="ko-KR" sz="1200" dirty="0"/>
                        <a:t>[V]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전류 </a:t>
                      </a:r>
                      <a:r>
                        <a:rPr lang="en-US" altLang="ko-KR" sz="1200" dirty="0"/>
                        <a:t>[A]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전력 </a:t>
                      </a:r>
                      <a:r>
                        <a:rPr lang="en-US" altLang="ko-KR" sz="1200" dirty="0"/>
                        <a:t>[W]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T10 [°C]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Warm start </a:t>
                      </a:r>
                      <a:r>
                        <a:rPr lang="ko-KR" altLang="en-US" sz="1200" dirty="0"/>
                        <a:t>온도 </a:t>
                      </a:r>
                      <a:r>
                        <a:rPr lang="en-US" altLang="ko-KR" sz="1200" dirty="0"/>
                        <a:t>[°C]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063855"/>
                  </a:ext>
                </a:extLst>
              </a:tr>
              <a:tr h="3444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0.87375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4.36875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91.750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81.750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260077"/>
                  </a:ext>
                </a:extLst>
              </a:tr>
              <a:tr h="3444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1.88857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20.77429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247.286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237.286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716545"/>
                  </a:ext>
                </a:extLst>
              </a:tr>
              <a:tr h="3444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2.88500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49.0450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413.125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403.125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221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90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수직 원형 </a:t>
            </a:r>
            <a:r>
              <a:rPr lang="ko-KR" altLang="en-US" dirty="0" err="1"/>
              <a:t>덕트</a:t>
            </a:r>
            <a:r>
              <a:rPr lang="ko-KR" altLang="en-US" dirty="0"/>
              <a:t> 내경</a:t>
            </a:r>
            <a:r>
              <a:rPr lang="en-US" altLang="ko-KR" dirty="0"/>
              <a:t>: 70 mm</a:t>
            </a:r>
          </a:p>
          <a:p>
            <a:r>
              <a:rPr lang="ko-KR" altLang="en-US" dirty="0" err="1"/>
              <a:t>덕트</a:t>
            </a:r>
            <a:r>
              <a:rPr lang="ko-KR" altLang="en-US" dirty="0"/>
              <a:t> 길이</a:t>
            </a:r>
            <a:r>
              <a:rPr lang="en-US" altLang="ko-KR" dirty="0"/>
              <a:t>: 1.2 m</a:t>
            </a:r>
          </a:p>
          <a:p>
            <a:r>
              <a:rPr lang="ko-KR" altLang="en-US" dirty="0"/>
              <a:t>수평 히터 외경</a:t>
            </a:r>
            <a:r>
              <a:rPr lang="en-US" altLang="ko-KR" dirty="0"/>
              <a:t>: 10 mm</a:t>
            </a:r>
          </a:p>
          <a:p>
            <a:r>
              <a:rPr lang="ko-KR" altLang="en-US" dirty="0" err="1"/>
              <a:t>모델링된</a:t>
            </a:r>
            <a:r>
              <a:rPr lang="ko-KR" altLang="en-US" dirty="0"/>
              <a:t> 가열 길이</a:t>
            </a:r>
            <a:r>
              <a:rPr lang="en-US" altLang="ko-KR" dirty="0"/>
              <a:t>: </a:t>
            </a:r>
            <a:r>
              <a:rPr lang="ko-KR" altLang="en-US" dirty="0" err="1"/>
              <a:t>덕트</a:t>
            </a:r>
            <a:r>
              <a:rPr lang="ko-KR" altLang="en-US" dirty="0"/>
              <a:t> 내경과 같은 약 </a:t>
            </a:r>
            <a:r>
              <a:rPr lang="en-US" altLang="ko-KR" dirty="0"/>
              <a:t>70 mm</a:t>
            </a:r>
          </a:p>
          <a:p>
            <a:r>
              <a:rPr lang="ko-KR" altLang="en-US" dirty="0"/>
              <a:t>히터 중심 높이</a:t>
            </a:r>
            <a:r>
              <a:rPr lang="en-US" altLang="ko-KR" dirty="0"/>
              <a:t>: </a:t>
            </a:r>
            <a:r>
              <a:rPr lang="ko-KR" altLang="en-US" dirty="0" err="1"/>
              <a:t>덕트</a:t>
            </a:r>
            <a:r>
              <a:rPr lang="ko-KR" altLang="en-US" dirty="0"/>
              <a:t> 바닥에서 </a:t>
            </a:r>
            <a:r>
              <a:rPr lang="en-US" altLang="ko-KR" dirty="0"/>
              <a:t>z=1.05 m</a:t>
            </a:r>
          </a:p>
          <a:p>
            <a:r>
              <a:rPr lang="ko-KR" altLang="en-US" dirty="0"/>
              <a:t>히터는 </a:t>
            </a:r>
            <a:r>
              <a:rPr lang="ko-KR" altLang="en-US" dirty="0" err="1"/>
              <a:t>덕트를</a:t>
            </a:r>
            <a:r>
              <a:rPr lang="ko-KR" altLang="en-US" dirty="0"/>
              <a:t> 수평으로 완전히 가로지르는 것으로 가정</a:t>
            </a:r>
          </a:p>
          <a:p>
            <a:r>
              <a:rPr lang="ko-KR" altLang="en-US" dirty="0"/>
              <a:t>계산 영역</a:t>
            </a:r>
            <a:r>
              <a:rPr lang="en-US" altLang="ko-KR" dirty="0"/>
              <a:t>: </a:t>
            </a:r>
            <a:r>
              <a:rPr lang="ko-KR" altLang="en-US" dirty="0"/>
              <a:t>유체 </a:t>
            </a:r>
            <a:r>
              <a:rPr lang="en-US" altLang="ko-KR" dirty="0"/>
              <a:t>air</a:t>
            </a:r>
            <a:r>
              <a:rPr lang="ko-KR" altLang="en-US" dirty="0"/>
              <a:t>와 고체 </a:t>
            </a:r>
            <a:r>
              <a:rPr lang="en-US" altLang="ko-KR" dirty="0"/>
              <a:t>heater</a:t>
            </a:r>
            <a:r>
              <a:rPr lang="ko-KR" altLang="en-US" dirty="0"/>
              <a:t>의 </a:t>
            </a:r>
            <a:r>
              <a:rPr lang="en-US" altLang="ko-KR" dirty="0"/>
              <a:t>2-region conjugate heat transfer</a:t>
            </a:r>
          </a:p>
          <a:p>
            <a:r>
              <a:rPr lang="ko-KR" altLang="en-US" dirty="0"/>
              <a:t>열선</a:t>
            </a:r>
            <a:r>
              <a:rPr lang="en-US" altLang="ko-KR" dirty="0"/>
              <a:t>, </a:t>
            </a:r>
            <a:r>
              <a:rPr lang="ko-KR" altLang="en-US" dirty="0"/>
              <a:t>내부 </a:t>
            </a:r>
            <a:r>
              <a:rPr lang="ko-KR" altLang="en-US" dirty="0" err="1"/>
              <a:t>열전쌍</a:t>
            </a:r>
            <a:r>
              <a:rPr lang="en-US" altLang="ko-KR" dirty="0"/>
              <a:t>, </a:t>
            </a:r>
            <a:r>
              <a:rPr lang="ko-KR" altLang="en-US" dirty="0"/>
              <a:t>전선</a:t>
            </a:r>
            <a:r>
              <a:rPr lang="en-US" altLang="ko-KR" dirty="0"/>
              <a:t>, </a:t>
            </a:r>
            <a:r>
              <a:rPr lang="ko-KR" altLang="en-US" dirty="0"/>
              <a:t>상세 지지구조와 외벽 두께는 생략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 – </a:t>
            </a:r>
            <a:r>
              <a:rPr lang="ko-KR" altLang="en-US" dirty="0"/>
              <a:t>물리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형상</a:t>
            </a:r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, </a:t>
            </a: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계산 영역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1985EC-A8B8-42DA-A176-323A049C8A2C}"/>
              </a:ext>
            </a:extLst>
          </p:cNvPr>
          <p:cNvSpPr/>
          <p:nvPr/>
        </p:nvSpPr>
        <p:spPr>
          <a:xfrm>
            <a:off x="9693876" y="1168905"/>
            <a:ext cx="500448" cy="45201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E7BB19-DD60-4A50-995B-D6C47FED7212}"/>
              </a:ext>
            </a:extLst>
          </p:cNvPr>
          <p:cNvSpPr/>
          <p:nvPr/>
        </p:nvSpPr>
        <p:spPr>
          <a:xfrm>
            <a:off x="9693876" y="1521074"/>
            <a:ext cx="500448" cy="167793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72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밀도</a:t>
            </a:r>
            <a:r>
              <a:rPr lang="en-US" altLang="ko-KR" dirty="0"/>
              <a:t>: </a:t>
            </a:r>
            <a:r>
              <a:rPr lang="en-US" altLang="ko-KR" dirty="0" err="1"/>
              <a:t>perfectGas</a:t>
            </a:r>
            <a:r>
              <a:rPr lang="en-US" altLang="ko-KR" dirty="0"/>
              <a:t> model (</a:t>
            </a:r>
            <a:r>
              <a:rPr lang="ko-KR" altLang="en-US" dirty="0" err="1"/>
              <a:t>압축성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비열</a:t>
            </a:r>
            <a:r>
              <a:rPr lang="en-US" altLang="ko-KR" dirty="0"/>
              <a:t>: JANAF T-dep. model</a:t>
            </a:r>
          </a:p>
          <a:p>
            <a:r>
              <a:rPr lang="ko-KR" altLang="en-US" dirty="0"/>
              <a:t>점도</a:t>
            </a:r>
            <a:r>
              <a:rPr lang="en-US" altLang="ko-KR" dirty="0"/>
              <a:t>, </a:t>
            </a:r>
            <a:r>
              <a:rPr lang="ko-KR" altLang="en-US" dirty="0"/>
              <a:t>열전도도</a:t>
            </a:r>
            <a:r>
              <a:rPr lang="en-US" altLang="ko-KR" dirty="0"/>
              <a:t>: Sutherland model</a:t>
            </a:r>
          </a:p>
          <a:p>
            <a:r>
              <a:rPr lang="ko-KR" altLang="en-US" dirty="0"/>
              <a:t>에너지 변수</a:t>
            </a:r>
            <a:r>
              <a:rPr lang="en-US" altLang="ko-KR" dirty="0"/>
              <a:t>: sensible enthalpy (</a:t>
            </a:r>
            <a:r>
              <a:rPr lang="ko-KR" altLang="en-US" dirty="0" err="1"/>
              <a:t>상변이</a:t>
            </a:r>
            <a:r>
              <a:rPr lang="en-US" altLang="ko-KR" dirty="0"/>
              <a:t>, </a:t>
            </a:r>
            <a:r>
              <a:rPr lang="ko-KR" altLang="en-US" dirty="0"/>
              <a:t>반응 </a:t>
            </a:r>
            <a:r>
              <a:rPr lang="en-US" altLang="ko-KR" dirty="0"/>
              <a:t>X)</a:t>
            </a:r>
          </a:p>
          <a:p>
            <a:r>
              <a:rPr lang="ko-KR" altLang="en-US" dirty="0"/>
              <a:t>기준 압력</a:t>
            </a:r>
            <a:r>
              <a:rPr lang="en-US" altLang="ko-KR" dirty="0"/>
              <a:t>: 1 bar</a:t>
            </a:r>
          </a:p>
          <a:p>
            <a:r>
              <a:rPr lang="ko-KR" altLang="en-US" dirty="0"/>
              <a:t>초기 공기 온도</a:t>
            </a:r>
            <a:r>
              <a:rPr lang="en-US" altLang="ko-KR" dirty="0"/>
              <a:t>: 293.15K (20 °C)</a:t>
            </a:r>
          </a:p>
          <a:p>
            <a:r>
              <a:rPr lang="ko-KR" altLang="en-US" dirty="0"/>
              <a:t>초기 유속</a:t>
            </a:r>
            <a:r>
              <a:rPr lang="en-US" altLang="ko-KR" dirty="0"/>
              <a:t>: (0, 0, 0) m/s</a:t>
            </a:r>
          </a:p>
          <a:p>
            <a:r>
              <a:rPr lang="ko-KR" altLang="en-US" dirty="0"/>
              <a:t>중력</a:t>
            </a:r>
            <a:r>
              <a:rPr lang="en-US" altLang="ko-KR" dirty="0"/>
              <a:t>: (0, 0, -9.81) m/s</a:t>
            </a:r>
            <a:r>
              <a:rPr lang="en-US" altLang="ko-KR" baseline="30000" dirty="0"/>
              <a:t>2</a:t>
            </a:r>
          </a:p>
          <a:p>
            <a:r>
              <a:rPr lang="ko-KR" altLang="en-US" dirty="0"/>
              <a:t>유동 모델</a:t>
            </a:r>
            <a:r>
              <a:rPr lang="en-US" altLang="ko-KR" dirty="0"/>
              <a:t>: laminar (CFD </a:t>
            </a:r>
            <a:r>
              <a:rPr lang="ko-KR" altLang="en-US" dirty="0"/>
              <a:t>결과 유속 기반 </a:t>
            </a:r>
            <a:r>
              <a:rPr lang="en-US" altLang="ko-KR" dirty="0"/>
              <a:t>Re ~ 10</a:t>
            </a:r>
            <a:r>
              <a:rPr lang="en-US" altLang="ko-KR" baseline="30000" dirty="0"/>
              <a:t>3</a:t>
            </a:r>
            <a:r>
              <a:rPr lang="en-US" altLang="ko-KR" dirty="0"/>
              <a:t>-10</a:t>
            </a:r>
            <a:r>
              <a:rPr lang="en-US" altLang="ko-KR" baseline="30000" dirty="0"/>
              <a:t>4</a:t>
            </a:r>
            <a:r>
              <a:rPr lang="en-US" altLang="ko-KR" dirty="0"/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 – </a:t>
            </a:r>
            <a:r>
              <a:rPr lang="ko-KR" altLang="en-US" dirty="0"/>
              <a:t>물리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공기</a:t>
            </a:r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,</a:t>
            </a: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부력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570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열전도도</a:t>
            </a:r>
            <a:r>
              <a:rPr lang="en-US" altLang="ko-KR" dirty="0"/>
              <a:t>: 16 W/(</a:t>
            </a:r>
            <a:r>
              <a:rPr lang="en-US" altLang="ko-KR" dirty="0" err="1"/>
              <a:t>m·K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비열</a:t>
            </a:r>
            <a:r>
              <a:rPr lang="en-US" altLang="ko-KR" dirty="0"/>
              <a:t>: 500 J/(</a:t>
            </a:r>
            <a:r>
              <a:rPr lang="en-US" altLang="ko-KR" dirty="0" err="1"/>
              <a:t>kg·K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등가 밀도</a:t>
            </a:r>
            <a:r>
              <a:rPr lang="en-US" altLang="ko-KR" dirty="0"/>
              <a:t>: 2806.3 kg/m³</a:t>
            </a:r>
          </a:p>
          <a:p>
            <a:r>
              <a:rPr lang="ko-KR" altLang="en-US" dirty="0"/>
              <a:t>열원</a:t>
            </a:r>
            <a:r>
              <a:rPr lang="en-US" altLang="ko-KR" dirty="0"/>
              <a:t>: </a:t>
            </a:r>
            <a:r>
              <a:rPr lang="ko-KR" altLang="en-US" dirty="0"/>
              <a:t>고체영역 전체에 균일하게 분배되는 </a:t>
            </a:r>
            <a:r>
              <a:rPr lang="en-US" altLang="ko-KR" dirty="0"/>
              <a:t>absolute power</a:t>
            </a:r>
          </a:p>
          <a:p>
            <a:r>
              <a:rPr lang="en-US" altLang="ko-KR" dirty="0"/>
              <a:t>17 V </a:t>
            </a:r>
            <a:r>
              <a:rPr lang="ko-KR" altLang="en-US" dirty="0"/>
              <a:t>생산 계산 열원</a:t>
            </a:r>
            <a:r>
              <a:rPr lang="en-US" altLang="ko-KR" dirty="0"/>
              <a:t>: 49.0450 W</a:t>
            </a:r>
          </a:p>
          <a:p>
            <a:r>
              <a:rPr lang="ko-KR" altLang="en-US" dirty="0"/>
              <a:t>히터 </a:t>
            </a:r>
            <a:r>
              <a:rPr lang="en-US" altLang="ko-KR" dirty="0"/>
              <a:t>emissivity/absorptivity: </a:t>
            </a:r>
            <a:r>
              <a:rPr lang="ko-KR" altLang="en-US" dirty="0" err="1"/>
              <a:t>교안값</a:t>
            </a:r>
            <a:r>
              <a:rPr lang="ko-KR" altLang="en-US" dirty="0"/>
              <a:t> </a:t>
            </a:r>
            <a:r>
              <a:rPr lang="en-US" altLang="ko-KR" dirty="0"/>
              <a:t>0.95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 – </a:t>
            </a:r>
            <a:r>
              <a:rPr lang="ko-KR" altLang="en-US" dirty="0"/>
              <a:t>물리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히터 고체</a:t>
            </a:r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, </a:t>
            </a: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열원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872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덕트</a:t>
            </a:r>
            <a:r>
              <a:rPr lang="ko-KR" altLang="en-US" dirty="0"/>
              <a:t> 아래 입구와 위 출구 모두 대기에 열린 경계로 처리</a:t>
            </a:r>
            <a:endParaRPr lang="en-US" altLang="ko-KR" dirty="0"/>
          </a:p>
          <a:p>
            <a:pPr lvl="1"/>
            <a:r>
              <a:rPr lang="ko-KR" altLang="en-US" sz="1600" dirty="0"/>
              <a:t>속도</a:t>
            </a:r>
            <a:r>
              <a:rPr lang="en-US" altLang="ko-KR" sz="1600" dirty="0"/>
              <a:t>: `</a:t>
            </a:r>
            <a:r>
              <a:rPr lang="en-US" altLang="ko-KR" sz="1600" dirty="0" err="1"/>
              <a:t>pressureInletOutletVelocity</a:t>
            </a:r>
            <a:r>
              <a:rPr lang="en-US" altLang="ko-KR" sz="1600" dirty="0"/>
              <a:t>`, </a:t>
            </a:r>
            <a:r>
              <a:rPr lang="ko-KR" altLang="en-US" sz="1600" dirty="0"/>
              <a:t>역류 허용</a:t>
            </a:r>
            <a:endParaRPr lang="en-US" altLang="ko-KR" sz="1600" dirty="0"/>
          </a:p>
          <a:p>
            <a:pPr lvl="1"/>
            <a:r>
              <a:rPr lang="ko-KR" altLang="en-US" sz="1600" dirty="0"/>
              <a:t>온도</a:t>
            </a:r>
            <a:r>
              <a:rPr lang="en-US" altLang="ko-KR" sz="1600" dirty="0"/>
              <a:t>: `</a:t>
            </a:r>
            <a:r>
              <a:rPr lang="en-US" altLang="ko-KR" sz="1600" dirty="0" err="1"/>
              <a:t>inletOutlet</a:t>
            </a:r>
            <a:r>
              <a:rPr lang="en-US" altLang="ko-KR" sz="1600" dirty="0"/>
              <a:t>`, </a:t>
            </a:r>
            <a:r>
              <a:rPr lang="ko-KR" altLang="en-US" sz="1600" dirty="0" err="1"/>
              <a:t>유입시</a:t>
            </a:r>
            <a:r>
              <a:rPr lang="ko-KR" altLang="en-US" sz="1600" dirty="0"/>
              <a:t> </a:t>
            </a:r>
            <a:r>
              <a:rPr lang="en-US" altLang="ko-KR" sz="1600" dirty="0"/>
              <a:t>293.15K</a:t>
            </a:r>
          </a:p>
          <a:p>
            <a:pPr lvl="1"/>
            <a:r>
              <a:rPr lang="en-US" altLang="ko-KR" sz="1600" dirty="0"/>
              <a:t>`</a:t>
            </a:r>
            <a:r>
              <a:rPr lang="en-US" altLang="ko-KR" sz="1600" dirty="0" err="1"/>
              <a:t>p_rgh</a:t>
            </a:r>
            <a:r>
              <a:rPr lang="en-US" altLang="ko-KR" sz="1600" dirty="0"/>
              <a:t>`: `</a:t>
            </a:r>
            <a:r>
              <a:rPr lang="en-US" altLang="ko-KR" sz="1600" dirty="0" err="1"/>
              <a:t>totalPressure</a:t>
            </a:r>
            <a:r>
              <a:rPr lang="en-US" altLang="ko-KR" sz="1600" dirty="0"/>
              <a:t>`, 100000 Pa</a:t>
            </a:r>
          </a:p>
          <a:p>
            <a:pPr lvl="1"/>
            <a:r>
              <a:rPr lang="ko-KR" altLang="en-US" sz="1600" dirty="0"/>
              <a:t>복사</a:t>
            </a:r>
            <a:r>
              <a:rPr lang="en-US" altLang="ko-KR" sz="1600" dirty="0"/>
              <a:t>: grey diffuse radiation boundary</a:t>
            </a:r>
          </a:p>
          <a:p>
            <a:r>
              <a:rPr lang="ko-KR" altLang="en-US" dirty="0" err="1"/>
              <a:t>덕트</a:t>
            </a:r>
            <a:r>
              <a:rPr lang="ko-KR" altLang="en-US" dirty="0"/>
              <a:t> 벽 </a:t>
            </a:r>
            <a:r>
              <a:rPr lang="en-US" altLang="ko-KR" dirty="0"/>
              <a:t>– </a:t>
            </a:r>
            <a:r>
              <a:rPr lang="ko-KR" altLang="en-US" dirty="0"/>
              <a:t>히터 표면 유체 속도</a:t>
            </a:r>
            <a:r>
              <a:rPr lang="en-US" altLang="ko-KR" dirty="0"/>
              <a:t>: no-slip</a:t>
            </a:r>
          </a:p>
          <a:p>
            <a:r>
              <a:rPr lang="ko-KR" altLang="en-US" dirty="0"/>
              <a:t>히터</a:t>
            </a:r>
            <a:r>
              <a:rPr lang="en-US" altLang="ko-KR" dirty="0"/>
              <a:t>-</a:t>
            </a:r>
            <a:r>
              <a:rPr lang="ko-KR" altLang="en-US" dirty="0"/>
              <a:t>공기 경계</a:t>
            </a:r>
            <a:r>
              <a:rPr lang="en-US" altLang="ko-KR" dirty="0"/>
              <a:t>: `compressible::</a:t>
            </a:r>
            <a:r>
              <a:rPr lang="en-US" altLang="ko-KR" dirty="0" err="1"/>
              <a:t>turbulentTemperatureRadCoupledMixed</a:t>
            </a:r>
            <a:r>
              <a:rPr lang="en-US" altLang="ko-KR" dirty="0"/>
              <a:t>`</a:t>
            </a:r>
          </a:p>
          <a:p>
            <a:r>
              <a:rPr lang="ko-KR" altLang="en-US" dirty="0"/>
              <a:t>히터 </a:t>
            </a:r>
            <a:r>
              <a:rPr lang="en-US" altLang="ko-KR" dirty="0"/>
              <a:t>– </a:t>
            </a:r>
            <a:r>
              <a:rPr lang="ko-KR" altLang="en-US" dirty="0" err="1"/>
              <a:t>덕트</a:t>
            </a:r>
            <a:r>
              <a:rPr lang="ko-KR" altLang="en-US" dirty="0"/>
              <a:t> </a:t>
            </a:r>
            <a:r>
              <a:rPr lang="ko-KR" altLang="en-US" dirty="0" err="1"/>
              <a:t>지지부</a:t>
            </a:r>
            <a:r>
              <a:rPr lang="en-US" altLang="ko-KR" dirty="0"/>
              <a:t>: </a:t>
            </a:r>
            <a:r>
              <a:rPr lang="ko-KR" altLang="en-US" dirty="0"/>
              <a:t>단열 </a:t>
            </a:r>
            <a:r>
              <a:rPr lang="en-US" altLang="ko-KR" dirty="0"/>
              <a:t>(</a:t>
            </a:r>
            <a:r>
              <a:rPr lang="ko-KR" altLang="en-US" dirty="0"/>
              <a:t>별도 케이스에서만 전도 테스트 진행</a:t>
            </a:r>
            <a:r>
              <a:rPr lang="en-US" altLang="ko-KR" dirty="0"/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 – </a:t>
            </a:r>
            <a:r>
              <a:rPr lang="ko-KR" altLang="en-US" dirty="0"/>
              <a:t>물리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입구</a:t>
            </a:r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, </a:t>
            </a: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출구</a:t>
            </a:r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, </a:t>
            </a: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히터 경계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5349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복사 모델</a:t>
            </a:r>
            <a:r>
              <a:rPr lang="en-US" altLang="ko-KR" dirty="0"/>
              <a:t>: </a:t>
            </a:r>
            <a:r>
              <a:rPr lang="en-US" altLang="ko-KR" dirty="0" err="1"/>
              <a:t>fvDOM</a:t>
            </a:r>
            <a:endParaRPr lang="en-US" altLang="ko-KR" dirty="0"/>
          </a:p>
          <a:p>
            <a:r>
              <a:rPr lang="ko-KR" altLang="en-US" dirty="0"/>
              <a:t>공기</a:t>
            </a:r>
            <a:r>
              <a:rPr lang="en-US" altLang="ko-KR" dirty="0"/>
              <a:t>: </a:t>
            </a:r>
            <a:r>
              <a:rPr lang="ko-KR" altLang="en-US" dirty="0"/>
              <a:t>사실상 비참여 </a:t>
            </a:r>
            <a:r>
              <a:rPr lang="en-US" altLang="ko-KR" dirty="0"/>
              <a:t>(</a:t>
            </a:r>
            <a:r>
              <a:rPr lang="ko-KR" altLang="en-US" dirty="0"/>
              <a:t>계산에 넣긴 함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ko-KR" altLang="en-US" dirty="0"/>
              <a:t>공기 흡수</a:t>
            </a:r>
            <a:r>
              <a:rPr lang="en-US" altLang="ko-KR" dirty="0"/>
              <a:t>·</a:t>
            </a:r>
            <a:r>
              <a:rPr lang="ko-KR" altLang="en-US" dirty="0"/>
              <a:t>방출계수</a:t>
            </a:r>
            <a:r>
              <a:rPr lang="en-US" altLang="ko-KR" dirty="0"/>
              <a:t>: 10</a:t>
            </a:r>
            <a:r>
              <a:rPr lang="en-US" altLang="ko-KR" baseline="30000" dirty="0"/>
              <a:t>-6</a:t>
            </a:r>
            <a:r>
              <a:rPr lang="en-US" altLang="ko-KR" dirty="0"/>
              <a:t> 1/m</a:t>
            </a:r>
          </a:p>
          <a:p>
            <a:r>
              <a:rPr lang="ko-KR" altLang="en-US" dirty="0"/>
              <a:t>산란과 </a:t>
            </a:r>
            <a:r>
              <a:rPr lang="en-US" altLang="ko-KR" dirty="0"/>
              <a:t>soot: </a:t>
            </a:r>
            <a:r>
              <a:rPr lang="ko-KR" altLang="en-US" dirty="0"/>
              <a:t>없음</a:t>
            </a:r>
          </a:p>
          <a:p>
            <a:r>
              <a:rPr lang="ko-KR" altLang="en-US" dirty="0"/>
              <a:t>각도분할 기준</a:t>
            </a:r>
            <a:r>
              <a:rPr lang="en-US" altLang="ko-KR" dirty="0"/>
              <a:t>: </a:t>
            </a:r>
            <a:r>
              <a:rPr lang="en-US" altLang="ko-KR" dirty="0" err="1"/>
              <a:t>nPhi</a:t>
            </a:r>
            <a:r>
              <a:rPr lang="en-US" altLang="ko-KR" dirty="0"/>
              <a:t>=3, </a:t>
            </a:r>
            <a:r>
              <a:rPr lang="en-US" altLang="ko-KR" dirty="0" err="1"/>
              <a:t>nTheta</a:t>
            </a:r>
            <a:r>
              <a:rPr lang="en-US" altLang="ko-KR" dirty="0"/>
              <a:t>=4</a:t>
            </a:r>
          </a:p>
          <a:p>
            <a:r>
              <a:rPr lang="en-US" altLang="ko-KR" dirty="0" err="1"/>
              <a:t>fvDOM</a:t>
            </a:r>
            <a:r>
              <a:rPr lang="en-US" altLang="ko-KR" dirty="0"/>
              <a:t> </a:t>
            </a:r>
            <a:r>
              <a:rPr lang="ko-KR" altLang="en-US" dirty="0"/>
              <a:t>반복</a:t>
            </a:r>
            <a:r>
              <a:rPr lang="en-US" altLang="ko-KR" dirty="0"/>
              <a:t>: </a:t>
            </a:r>
            <a:r>
              <a:rPr lang="ko-KR" altLang="en-US" dirty="0"/>
              <a:t>최대 </a:t>
            </a:r>
            <a:r>
              <a:rPr lang="en-US" altLang="ko-KR" dirty="0"/>
              <a:t>20</a:t>
            </a:r>
            <a:r>
              <a:rPr lang="ko-KR" altLang="en-US" dirty="0"/>
              <a:t>회</a:t>
            </a:r>
            <a:r>
              <a:rPr lang="en-US" altLang="ko-KR" dirty="0"/>
              <a:t>, tolerance 1e-4</a:t>
            </a:r>
          </a:p>
          <a:p>
            <a:r>
              <a:rPr lang="en-US" altLang="ko-KR" dirty="0"/>
              <a:t>radiation solver frequency: </a:t>
            </a:r>
            <a:r>
              <a:rPr lang="ko-KR" altLang="en-US" dirty="0"/>
              <a:t>매 </a:t>
            </a:r>
            <a:r>
              <a:rPr lang="en-US" altLang="ko-KR" dirty="0"/>
              <a:t>5 CFD step</a:t>
            </a:r>
          </a:p>
          <a:p>
            <a:r>
              <a:rPr lang="ko-KR" altLang="en-US" dirty="0"/>
              <a:t>표면</a:t>
            </a:r>
            <a:r>
              <a:rPr lang="en-US" altLang="ko-KR" dirty="0"/>
              <a:t>: opaque grey diffuse, transmissivity 0</a:t>
            </a:r>
          </a:p>
          <a:p>
            <a:endParaRPr lang="en-US" altLang="ko-KR" dirty="0"/>
          </a:p>
          <a:p>
            <a:r>
              <a:rPr lang="ko-KR" altLang="en-US" dirty="0"/>
              <a:t>히터의 </a:t>
            </a:r>
            <a:r>
              <a:rPr lang="en-US" altLang="ko-KR" dirty="0"/>
              <a:t>emissivity: 0.95</a:t>
            </a:r>
          </a:p>
          <a:p>
            <a:r>
              <a:rPr lang="ko-KR" altLang="en-US" dirty="0" err="1"/>
              <a:t>덕트</a:t>
            </a:r>
            <a:r>
              <a:rPr lang="ko-KR" altLang="en-US" dirty="0"/>
              <a:t> 내벽</a:t>
            </a:r>
            <a:r>
              <a:rPr lang="en-US" altLang="ko-KR" dirty="0"/>
              <a:t>: </a:t>
            </a:r>
            <a:r>
              <a:rPr lang="ko-KR" altLang="en-US" dirty="0"/>
              <a:t>측정값 없음</a:t>
            </a:r>
            <a:r>
              <a:rPr lang="en-US" altLang="ko-KR" dirty="0"/>
              <a:t>. 0.30, 0.95 </a:t>
            </a:r>
            <a:r>
              <a:rPr lang="ko-KR" altLang="en-US" dirty="0"/>
              <a:t>테스트 중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 – </a:t>
            </a:r>
            <a:r>
              <a:rPr lang="ko-KR" altLang="en-US" dirty="0"/>
              <a:t>물리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복사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4364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외벽 두께</a:t>
            </a:r>
            <a:r>
              <a:rPr lang="en-US" altLang="ko-KR" dirty="0"/>
              <a:t>, </a:t>
            </a:r>
            <a:r>
              <a:rPr lang="ko-KR" altLang="en-US" dirty="0"/>
              <a:t>재료</a:t>
            </a:r>
            <a:r>
              <a:rPr lang="en-US" altLang="ko-KR" dirty="0"/>
              <a:t>, </a:t>
            </a:r>
            <a:r>
              <a:rPr lang="ko-KR" altLang="en-US" dirty="0"/>
              <a:t>단열</a:t>
            </a:r>
            <a:r>
              <a:rPr lang="en-US" altLang="ko-KR" dirty="0"/>
              <a:t>, </a:t>
            </a:r>
            <a:r>
              <a:rPr lang="ko-KR" altLang="en-US" dirty="0"/>
              <a:t>실험실 방향 대류 조건을 모름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다음 조건들로 테스트</a:t>
            </a:r>
            <a:endParaRPr lang="en-US" altLang="ko-KR" dirty="0"/>
          </a:p>
          <a:p>
            <a:pPr lvl="1"/>
            <a:r>
              <a:rPr lang="en-US" altLang="ko-KR" sz="1600" dirty="0"/>
              <a:t>1.</a:t>
            </a:r>
            <a:r>
              <a:rPr lang="ko-KR" altLang="en-US" sz="1600" dirty="0"/>
              <a:t> 단열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열용량</a:t>
            </a:r>
            <a:r>
              <a:rPr lang="ko-KR" altLang="en-US" sz="1600" dirty="0"/>
              <a:t> </a:t>
            </a:r>
            <a:r>
              <a:rPr lang="en-US" altLang="ko-KR" sz="1600" dirty="0"/>
              <a:t>0</a:t>
            </a:r>
            <a:r>
              <a:rPr lang="ko-KR" altLang="en-US" sz="1600" dirty="0"/>
              <a:t>인 벽</a:t>
            </a:r>
            <a:endParaRPr lang="en-US" altLang="ko-KR" sz="1600" dirty="0"/>
          </a:p>
          <a:p>
            <a:pPr lvl="1"/>
            <a:r>
              <a:rPr lang="en-US" altLang="ko-KR" sz="1600" dirty="0"/>
              <a:t>2. </a:t>
            </a:r>
            <a:r>
              <a:rPr lang="ko-KR" altLang="en-US" sz="1600" dirty="0"/>
              <a:t>전체 내벽을 </a:t>
            </a:r>
            <a:r>
              <a:rPr lang="en-US" altLang="ko-KR" sz="1600" dirty="0"/>
              <a:t>20°C </a:t>
            </a:r>
            <a:r>
              <a:rPr lang="ko-KR" altLang="en-US" sz="1600" dirty="0"/>
              <a:t>로 고정</a:t>
            </a:r>
            <a:endParaRPr lang="en-US" altLang="ko-KR" sz="1600" dirty="0"/>
          </a:p>
          <a:p>
            <a:pPr lvl="1"/>
            <a:r>
              <a:rPr lang="en-US" altLang="ko-KR" sz="1600" dirty="0"/>
              <a:t>3. </a:t>
            </a:r>
            <a:r>
              <a:rPr lang="ko-KR" altLang="en-US" sz="1600" dirty="0"/>
              <a:t>얇고 열전도가 좋은 벽 </a:t>
            </a:r>
            <a:r>
              <a:rPr lang="en-US" altLang="ko-KR" sz="1600" dirty="0"/>
              <a:t>+ </a:t>
            </a:r>
            <a:r>
              <a:rPr lang="ko-KR" altLang="en-US" sz="1600" dirty="0"/>
              <a:t>외부 등온 </a:t>
            </a:r>
            <a:r>
              <a:rPr lang="ko-KR" altLang="en-US" sz="1600" dirty="0" err="1"/>
              <a:t>공기막</a:t>
            </a:r>
            <a:endParaRPr lang="en-US" altLang="ko-KR" sz="16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 – </a:t>
            </a:r>
            <a:r>
              <a:rPr lang="ko-KR" altLang="en-US" dirty="0"/>
              <a:t>물리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 err="1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덕트</a:t>
            </a: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외벽 </a:t>
            </a:r>
            <a:r>
              <a:rPr lang="ko-KR" altLang="en-US" sz="2000" dirty="0" err="1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열조건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8535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시간차분</a:t>
            </a:r>
            <a:r>
              <a:rPr lang="en-US" altLang="ko-KR" dirty="0"/>
              <a:t>: 1</a:t>
            </a:r>
            <a:r>
              <a:rPr lang="ko-KR" altLang="en-US" dirty="0"/>
              <a:t>차 </a:t>
            </a:r>
            <a:r>
              <a:rPr lang="en-US" altLang="ko-KR" dirty="0"/>
              <a:t>implicit Euler</a:t>
            </a:r>
          </a:p>
          <a:p>
            <a:r>
              <a:rPr lang="ko-KR" altLang="en-US" dirty="0"/>
              <a:t>초기 </a:t>
            </a:r>
            <a:r>
              <a:rPr lang="en-US" altLang="ko-KR" dirty="0" err="1"/>
              <a:t>deltaT</a:t>
            </a:r>
            <a:r>
              <a:rPr lang="en-US" altLang="ko-KR" dirty="0"/>
              <a:t>: 0.00025 s</a:t>
            </a:r>
          </a:p>
          <a:p>
            <a:r>
              <a:rPr lang="en-US" altLang="ko-KR" dirty="0"/>
              <a:t>adaptive time stepping: </a:t>
            </a:r>
            <a:r>
              <a:rPr lang="ko-KR" altLang="en-US" dirty="0"/>
              <a:t>사용</a:t>
            </a:r>
          </a:p>
          <a:p>
            <a:pPr lvl="1"/>
            <a:r>
              <a:rPr lang="en-US" altLang="ko-KR" dirty="0" err="1"/>
              <a:t>maxCo</a:t>
            </a:r>
            <a:r>
              <a:rPr lang="en-US" altLang="ko-KR" dirty="0"/>
              <a:t>=0.50</a:t>
            </a:r>
          </a:p>
          <a:p>
            <a:pPr lvl="1"/>
            <a:r>
              <a:rPr lang="en-US" altLang="ko-KR" dirty="0" err="1"/>
              <a:t>maxDi</a:t>
            </a:r>
            <a:r>
              <a:rPr lang="en-US" altLang="ko-KR" dirty="0"/>
              <a:t>=10</a:t>
            </a:r>
          </a:p>
          <a:p>
            <a:pPr lvl="1"/>
            <a:r>
              <a:rPr lang="en-US" altLang="ko-KR" dirty="0" err="1"/>
              <a:t>maxDeltaT</a:t>
            </a:r>
            <a:r>
              <a:rPr lang="en-US" altLang="ko-KR" dirty="0"/>
              <a:t>=0.010 s</a:t>
            </a:r>
          </a:p>
          <a:p>
            <a:r>
              <a:rPr lang="ko-KR" altLang="en-US" dirty="0"/>
              <a:t>주요 테스트 종료시간</a:t>
            </a:r>
            <a:r>
              <a:rPr lang="en-US" altLang="ko-KR" dirty="0"/>
              <a:t>: 60 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 – </a:t>
            </a:r>
            <a:r>
              <a:rPr lang="ko-KR" altLang="en-US" dirty="0"/>
              <a:t>수치 해석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시간 적분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7175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gradient: Gauss linear</a:t>
            </a:r>
          </a:p>
          <a:p>
            <a:r>
              <a:rPr lang="ko-KR" altLang="en-US" dirty="0"/>
              <a:t>운동량과 에너지 </a:t>
            </a:r>
            <a:r>
              <a:rPr lang="en-US" altLang="ko-KR" dirty="0"/>
              <a:t>convection: Gauss </a:t>
            </a:r>
            <a:r>
              <a:rPr lang="en-US" altLang="ko-KR" dirty="0" err="1"/>
              <a:t>linearUpwind</a:t>
            </a:r>
            <a:endParaRPr lang="en-US" altLang="ko-KR" dirty="0"/>
          </a:p>
          <a:p>
            <a:r>
              <a:rPr lang="en-US" altLang="ko-KR" dirty="0"/>
              <a:t>diffusion: Gauss linear corrected</a:t>
            </a:r>
          </a:p>
          <a:p>
            <a:r>
              <a:rPr lang="en-US" altLang="ko-KR" dirty="0"/>
              <a:t>interpolation: linear</a:t>
            </a:r>
          </a:p>
          <a:p>
            <a:r>
              <a:rPr lang="en-US" altLang="ko-KR" dirty="0"/>
              <a:t>surface-normal gradient: corrected</a:t>
            </a:r>
          </a:p>
          <a:p>
            <a:r>
              <a:rPr lang="ko-KR" altLang="en-US" dirty="0"/>
              <a:t>압력</a:t>
            </a:r>
            <a:r>
              <a:rPr lang="en-US" altLang="ko-KR" dirty="0"/>
              <a:t>: GAMG, tolerance 1e-6</a:t>
            </a:r>
          </a:p>
          <a:p>
            <a:r>
              <a:rPr lang="ko-KR" altLang="en-US" dirty="0"/>
              <a:t>속도</a:t>
            </a:r>
            <a:r>
              <a:rPr lang="en-US" altLang="ko-KR" dirty="0"/>
              <a:t>·</a:t>
            </a:r>
            <a:r>
              <a:rPr lang="ko-KR" altLang="en-US" dirty="0" err="1"/>
              <a:t>엔탈피</a:t>
            </a:r>
            <a:r>
              <a:rPr lang="en-US" altLang="ko-KR" dirty="0"/>
              <a:t>: </a:t>
            </a:r>
            <a:r>
              <a:rPr lang="en-US" altLang="ko-KR" dirty="0" err="1"/>
              <a:t>PBiCGStab</a:t>
            </a:r>
            <a:r>
              <a:rPr lang="en-US" altLang="ko-KR" dirty="0"/>
              <a:t>/DILU, tolerance 1e-7</a:t>
            </a:r>
          </a:p>
          <a:p>
            <a:r>
              <a:rPr lang="ko-KR" altLang="en-US" dirty="0"/>
              <a:t>고체 </a:t>
            </a:r>
            <a:r>
              <a:rPr lang="ko-KR" altLang="en-US" dirty="0" err="1"/>
              <a:t>엔탈피</a:t>
            </a:r>
            <a:r>
              <a:rPr lang="en-US" altLang="ko-KR" dirty="0"/>
              <a:t>: PCG/DIC, tolerance 1e-8</a:t>
            </a:r>
          </a:p>
          <a:p>
            <a:r>
              <a:rPr lang="ko-KR" altLang="en-US" dirty="0"/>
              <a:t>복사 </a:t>
            </a:r>
            <a:r>
              <a:rPr lang="en-US" altLang="ko-KR" dirty="0"/>
              <a:t>intensity: GAMG, tolerance 1e-5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 – </a:t>
            </a:r>
            <a:r>
              <a:rPr lang="ko-KR" altLang="en-US" dirty="0"/>
              <a:t>수치 해석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 err="1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공간차분</a:t>
            </a: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및 선형해법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6998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덕트</a:t>
            </a:r>
            <a:r>
              <a:rPr lang="ko-KR" altLang="en-US" dirty="0"/>
              <a:t> 배경</a:t>
            </a:r>
            <a:r>
              <a:rPr lang="en-US" altLang="ko-KR" dirty="0"/>
              <a:t>: 5-block</a:t>
            </a:r>
            <a:r>
              <a:rPr lang="ko-KR" altLang="en-US" dirty="0"/>
              <a:t> </a:t>
            </a:r>
            <a:r>
              <a:rPr lang="en-US" altLang="ko-KR" dirty="0"/>
              <a:t>O-grid</a:t>
            </a:r>
          </a:p>
          <a:p>
            <a:r>
              <a:rPr lang="ko-KR" altLang="en-US" dirty="0"/>
              <a:t>중심 </a:t>
            </a:r>
            <a:r>
              <a:rPr lang="en-US" altLang="ko-KR" dirty="0"/>
              <a:t>block: 18 × 18 × 180</a:t>
            </a:r>
          </a:p>
          <a:p>
            <a:r>
              <a:rPr lang="ko-KR" altLang="en-US" dirty="0"/>
              <a:t>원주 방향 </a:t>
            </a:r>
            <a:r>
              <a:rPr lang="en-US" altLang="ko-KR" dirty="0"/>
              <a:t>4</a:t>
            </a:r>
            <a:r>
              <a:rPr lang="ko-KR" altLang="en-US" dirty="0"/>
              <a:t>개 </a:t>
            </a:r>
            <a:r>
              <a:rPr lang="en-US" altLang="ko-KR" dirty="0"/>
              <a:t>ring block: </a:t>
            </a:r>
            <a:r>
              <a:rPr lang="ko-KR" altLang="en-US" dirty="0"/>
              <a:t>각각 </a:t>
            </a:r>
            <a:r>
              <a:rPr lang="en-US" altLang="ko-KR" dirty="0"/>
              <a:t>18 × 6 × 180</a:t>
            </a:r>
          </a:p>
          <a:p>
            <a:r>
              <a:rPr lang="en-US" altLang="ko-KR" dirty="0" err="1"/>
              <a:t>snappyHexMesh</a:t>
            </a:r>
            <a:r>
              <a:rPr lang="en-US" altLang="ko-KR" dirty="0"/>
              <a:t> heater surface refinement: level 3</a:t>
            </a:r>
          </a:p>
          <a:p>
            <a:r>
              <a:rPr lang="ko-KR" altLang="en-US" dirty="0"/>
              <a:t>히터에서 </a:t>
            </a:r>
            <a:r>
              <a:rPr lang="en-US" altLang="ko-KR" dirty="0"/>
              <a:t>6 mm </a:t>
            </a:r>
            <a:r>
              <a:rPr lang="ko-KR" altLang="en-US" dirty="0"/>
              <a:t>이내</a:t>
            </a:r>
            <a:r>
              <a:rPr lang="en-US" altLang="ko-KR" dirty="0"/>
              <a:t>: level 2</a:t>
            </a:r>
          </a:p>
          <a:p>
            <a:r>
              <a:rPr lang="ko-KR" altLang="en-US" dirty="0"/>
              <a:t>히터에서 </a:t>
            </a:r>
            <a:r>
              <a:rPr lang="en-US" altLang="ko-KR" dirty="0"/>
              <a:t>20 mm </a:t>
            </a:r>
            <a:r>
              <a:rPr lang="ko-KR" altLang="en-US" dirty="0"/>
              <a:t>이내</a:t>
            </a:r>
            <a:r>
              <a:rPr lang="en-US" altLang="ko-KR" dirty="0"/>
              <a:t>: level 1</a:t>
            </a:r>
          </a:p>
          <a:p>
            <a:r>
              <a:rPr lang="en-US" altLang="ko-KR" dirty="0"/>
              <a:t>prism/inflation layer: </a:t>
            </a:r>
            <a:r>
              <a:rPr lang="ko-KR" altLang="en-US" dirty="0"/>
              <a:t>사용하지 않음</a:t>
            </a:r>
          </a:p>
          <a:p>
            <a:r>
              <a:rPr lang="ko-KR" altLang="en-US" dirty="0"/>
              <a:t>생산격자 </a:t>
            </a:r>
            <a:r>
              <a:rPr lang="en-US" altLang="ko-KR" dirty="0"/>
              <a:t>air cells: 242,520</a:t>
            </a:r>
          </a:p>
          <a:p>
            <a:r>
              <a:rPr lang="ko-KR" altLang="en-US" dirty="0"/>
              <a:t>생산격자 </a:t>
            </a:r>
            <a:r>
              <a:rPr lang="en-US" altLang="ko-KR" dirty="0"/>
              <a:t>heater cells: 49,408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 – </a:t>
            </a:r>
            <a:r>
              <a:rPr lang="ko-KR" altLang="en-US" dirty="0"/>
              <a:t>수치 해석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격자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3671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전체적으로 실험값보다 높은 온도로 계산됨 </a:t>
            </a:r>
            <a:r>
              <a:rPr lang="en-US" altLang="ko-KR" dirty="0"/>
              <a:t>(~+100</a:t>
            </a:r>
            <a:r>
              <a:rPr lang="ko-KR" altLang="en-US" dirty="0"/>
              <a:t>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전기 열원의 크기와 단위는 정상이며 히터 순간 에너지수지도 대체로 닫힌다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perfect-gas air, Sutherland transport </a:t>
            </a:r>
            <a:r>
              <a:rPr lang="ko-KR" altLang="en-US" dirty="0"/>
              <a:t>물성</a:t>
            </a:r>
            <a:r>
              <a:rPr lang="en-US" altLang="ko-KR" dirty="0"/>
              <a:t>, </a:t>
            </a:r>
            <a:r>
              <a:rPr lang="ko-KR" altLang="en-US" dirty="0"/>
              <a:t>중력과 자연대류 </a:t>
            </a:r>
            <a:r>
              <a:rPr lang="ko-KR" altLang="en-US" dirty="0" err="1"/>
              <a:t>솔버는</a:t>
            </a:r>
            <a:r>
              <a:rPr lang="ko-KR" altLang="en-US" dirty="0"/>
              <a:t> 고립 실린더 </a:t>
            </a:r>
            <a:r>
              <a:rPr lang="ko-KR" altLang="en-US" dirty="0" err="1"/>
              <a:t>상관식</a:t>
            </a:r>
            <a:r>
              <a:rPr lang="ko-KR" altLang="en-US" dirty="0"/>
              <a:t> 검증 범위에 들어왔다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first-order upwind</a:t>
            </a:r>
            <a:r>
              <a:rPr lang="ko-KR" altLang="en-US" dirty="0"/>
              <a:t>는 대류 열전달을 과대예측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L3 local mesh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second-order </a:t>
            </a:r>
            <a:r>
              <a:rPr lang="en-US" altLang="ko-KR" dirty="0" err="1"/>
              <a:t>linearUpwind</a:t>
            </a:r>
            <a:r>
              <a:rPr lang="en-US" altLang="ko-KR" dirty="0"/>
              <a:t> </a:t>
            </a:r>
            <a:r>
              <a:rPr lang="ko-KR" altLang="en-US" dirty="0"/>
              <a:t>이용</a:t>
            </a:r>
            <a:endParaRPr lang="en-US" altLang="ko-KR" dirty="0"/>
          </a:p>
          <a:p>
            <a:r>
              <a:rPr lang="en-US" altLang="ko-KR" dirty="0" err="1"/>
              <a:t>fvDOM</a:t>
            </a:r>
            <a:r>
              <a:rPr lang="en-US" altLang="ko-KR" dirty="0"/>
              <a:t> </a:t>
            </a:r>
            <a:r>
              <a:rPr lang="ko-KR" altLang="en-US" dirty="0"/>
              <a:t>각도분할 민감도는 약 </a:t>
            </a:r>
            <a:r>
              <a:rPr lang="en-US" altLang="ko-KR" dirty="0"/>
              <a:t>1–2%</a:t>
            </a:r>
            <a:r>
              <a:rPr lang="ko-KR" altLang="en-US" dirty="0"/>
              <a:t>로 격자</a:t>
            </a:r>
            <a:r>
              <a:rPr lang="en-US" altLang="ko-KR" dirty="0"/>
              <a:t>·</a:t>
            </a:r>
            <a:r>
              <a:rPr lang="ko-KR" altLang="en-US" dirty="0"/>
              <a:t>차분법보다 작았다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등가 히터 열용량은 과도 가열속도에는 영향을 주지만 정상상태의 누락 열손실을 만들 수는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가정한 </a:t>
            </a:r>
            <a:r>
              <a:rPr lang="ko-KR" altLang="en-US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지지부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전도와 작은 외부 </a:t>
            </a:r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U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만으로는 실험 </a:t>
            </a:r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T10 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차이를 설명하기 어렵다</a:t>
            </a:r>
            <a:r>
              <a:rPr lang="en-US" altLang="ko-KR" dirty="0"/>
              <a:t>.</a:t>
            </a:r>
          </a:p>
          <a:p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20 °C 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등온 외벽은 </a:t>
            </a:r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T10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을 크게 낮춤</a:t>
            </a:r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,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</a:t>
            </a:r>
            <a:r>
              <a:rPr lang="ko-KR" altLang="en-US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덕트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벽온도와 방사율이 </a:t>
            </a:r>
            <a:r>
              <a:rPr lang="ko-KR" altLang="en-US" dirty="0"/>
              <a:t>결과를 지배하는 중요한 불확실성임을 확인했다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완료된 </a:t>
            </a:r>
            <a:r>
              <a:rPr lang="en-US" altLang="ko-KR" dirty="0"/>
              <a:t>60</a:t>
            </a:r>
            <a:r>
              <a:rPr lang="ko-KR" altLang="en-US" dirty="0"/>
              <a:t>초 케이스도 모두 온도상승률이 충분히 작지 않아 정상상태 결과가 아니다</a:t>
            </a:r>
            <a:r>
              <a:rPr lang="en-US" altLang="ko-KR" dirty="0"/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 setting – CFD</a:t>
            </a:r>
            <a:r>
              <a:rPr lang="ko-KR" altLang="en-US" dirty="0"/>
              <a:t> 테스트 주요 결과</a:t>
            </a:r>
          </a:p>
        </p:txBody>
      </p:sp>
    </p:spTree>
    <p:extLst>
      <p:ext uri="{BB962C8B-B14F-4D97-AF65-F5344CB8AC3E}">
        <p14:creationId xmlns:p14="http://schemas.microsoft.com/office/powerpoint/2010/main" val="1944378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8CF254D-9C4E-4E2B-992E-24AF2C539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052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ABF63E8-7AD3-4A99-91F6-20334A7CA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478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10s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2691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BDEAA7A-1355-4332-94AA-5C4DF871E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15s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7669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0AC39D5-225F-419C-B123-5D66337F4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20s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8771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96254D5-3099-415D-A425-625B67FEE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478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25s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1368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1E4D02E-646D-44CC-B8F8-150813DC5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30s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7827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DF28140-4AD7-4A15-82F5-E8E02FB57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35s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8204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AF7A02F-2415-401E-AD59-D5F309A12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40s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8288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B919DD8-714F-4D11-9C11-3C4AD4BE3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45s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5242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5FE2D7A-BF46-41F9-8FB3-521CC9089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50s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130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68362A3-72C2-4353-8279-9B55AACF2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55s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7835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7E96131-837D-42E0-9E16-F7DAC48ED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yz</a:t>
            </a:r>
            <a:r>
              <a:rPr lang="en-US" altLang="ko-KR" dirty="0"/>
              <a:t> plane, 60s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7326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58977A5-4A8D-43E1-A90B-D6F242B1A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2005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6CB8125-03D6-4287-B413-A14923EAC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10s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3989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7B34849-8EE0-4AAF-82C8-330268AF3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15s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1490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A5685ED-7183-433E-B7AB-9B1DB8AE6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20s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6739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8C1EA08-6B7D-48D5-92C4-764D78CD1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25s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9754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A60F672-3B3C-4708-8AD2-EFFBF967D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30s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0791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8D27238-44DC-4C76-A7EC-2ADD822F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35s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38315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D51672C-DE6F-4348-8F7D-78CE0998E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40s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16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E398971-5AD5-4182-ACD7-81BCF63AE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45s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82340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016D8E5-A503-402E-B667-FBFDC40E8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50s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07352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38D9973-0828-4044-B94C-F32DCFDF8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55s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6744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FE1EFD0-F6B0-4A83-8A7A-C5FFA5072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6DB29-4067-43BA-B6E2-91811A2D4E5C}"/>
              </a:ext>
            </a:extLst>
          </p:cNvPr>
          <p:cNvSpPr/>
          <p:nvPr/>
        </p:nvSpPr>
        <p:spPr>
          <a:xfrm>
            <a:off x="0" y="0"/>
            <a:ext cx="12192000" cy="74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0CB99F-B2F2-484B-842A-C8F39CCC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CFD</a:t>
            </a:r>
            <a:r>
              <a:rPr lang="ko-KR" altLang="en-US" dirty="0"/>
              <a:t> 결과 시각화 예시 </a:t>
            </a:r>
            <a:r>
              <a:rPr lang="en-US" altLang="ko-KR" dirty="0"/>
              <a:t>– 17V, </a:t>
            </a:r>
            <a:r>
              <a:rPr lang="en-US" altLang="ko-KR" dirty="0" err="1"/>
              <a:t>xz</a:t>
            </a:r>
            <a:r>
              <a:rPr lang="en-US" altLang="ko-KR" dirty="0"/>
              <a:t> plane, 60s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7060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199" y="1540799"/>
            <a:ext cx="10254577" cy="4903249"/>
          </a:xfrm>
        </p:spPr>
        <p:txBody>
          <a:bodyPr/>
          <a:lstStyle/>
          <a:p>
            <a:r>
              <a:rPr lang="ko-KR" altLang="en-US" dirty="0"/>
              <a:t>조건 확정 후</a:t>
            </a:r>
            <a:r>
              <a:rPr lang="en-US" altLang="ko-KR" dirty="0"/>
              <a:t>, 5V, 11V, 17V </a:t>
            </a:r>
            <a:r>
              <a:rPr lang="ko-KR" altLang="en-US" dirty="0"/>
              <a:t>모두 수행해도 </a:t>
            </a:r>
            <a:r>
              <a:rPr lang="ko-KR" altLang="en-US" dirty="0" err="1"/>
              <a:t>될듯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sz="1600" dirty="0"/>
              <a:t>방법 확정 후</a:t>
            </a:r>
            <a:r>
              <a:rPr lang="en-US" altLang="ko-KR" sz="1600" dirty="0"/>
              <a:t>, 3 </a:t>
            </a:r>
            <a:r>
              <a:rPr lang="ko-KR" altLang="en-US" sz="1600" dirty="0"/>
              <a:t>케이스 다 하는데 </a:t>
            </a:r>
            <a:r>
              <a:rPr lang="en-US" altLang="ko-KR" sz="1600" dirty="0"/>
              <a:t>2~3</a:t>
            </a:r>
            <a:r>
              <a:rPr lang="ko-KR" altLang="en-US" sz="1600" dirty="0"/>
              <a:t>일 소요 예상</a:t>
            </a:r>
            <a:endParaRPr lang="en-US" altLang="ko-KR" sz="1600" dirty="0"/>
          </a:p>
          <a:p>
            <a:endParaRPr lang="en-US" altLang="ko-KR" dirty="0"/>
          </a:p>
          <a:p>
            <a:r>
              <a:rPr lang="ko-KR" altLang="en-US" dirty="0"/>
              <a:t>지금 격자 수준으로도 결과는 어느 정도 수렴</a:t>
            </a:r>
            <a:r>
              <a:rPr lang="en-US" altLang="ko-KR" dirty="0"/>
              <a:t>. </a:t>
            </a:r>
            <a:r>
              <a:rPr lang="ko-KR" altLang="en-US" dirty="0"/>
              <a:t>시각화 측면 </a:t>
            </a:r>
            <a:r>
              <a:rPr lang="en-US" altLang="ko-KR" dirty="0"/>
              <a:t>– </a:t>
            </a:r>
            <a:r>
              <a:rPr lang="ko-KR" altLang="en-US" dirty="0"/>
              <a:t>격자 조금 늘리면 좋을 듯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 부분은 자르기 </a:t>
            </a:r>
            <a:r>
              <a:rPr lang="en-US" altLang="ko-KR" dirty="0"/>
              <a:t>(</a:t>
            </a:r>
            <a:r>
              <a:rPr lang="ko-KR" altLang="en-US" dirty="0"/>
              <a:t>없어도 </a:t>
            </a:r>
            <a:r>
              <a:rPr lang="ko-KR" altLang="en-US" dirty="0" err="1"/>
              <a:t>무방할듯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시간 길이 늘려서 시뮬레이션</a:t>
            </a:r>
            <a:endParaRPr lang="en-US" altLang="ko-KR" dirty="0"/>
          </a:p>
          <a:p>
            <a:r>
              <a:rPr lang="ko-KR" altLang="en-US" dirty="0"/>
              <a:t>저장 간격 </a:t>
            </a:r>
            <a:r>
              <a:rPr lang="en-US" altLang="ko-KR" dirty="0"/>
              <a:t>0.5s </a:t>
            </a:r>
            <a:r>
              <a:rPr lang="ko-KR" altLang="en-US" dirty="0"/>
              <a:t>정도</a:t>
            </a:r>
            <a:endParaRPr lang="en-US" altLang="ko-KR" dirty="0"/>
          </a:p>
          <a:p>
            <a:r>
              <a:rPr lang="ko-KR" altLang="en-US" dirty="0"/>
              <a:t>저장</a:t>
            </a:r>
            <a:r>
              <a:rPr lang="en-US" altLang="ko-KR" dirty="0"/>
              <a:t>: 3D </a:t>
            </a:r>
            <a:r>
              <a:rPr lang="ko-KR" altLang="en-US" dirty="0"/>
              <a:t>전체 대신 </a:t>
            </a:r>
            <a:r>
              <a:rPr lang="en-US" altLang="ko-KR" dirty="0" err="1"/>
              <a:t>xz</a:t>
            </a:r>
            <a:r>
              <a:rPr lang="ko-KR" altLang="en-US" dirty="0"/>
              <a:t>평면</a:t>
            </a:r>
            <a:r>
              <a:rPr lang="en-US" altLang="ko-KR" dirty="0"/>
              <a:t>, </a:t>
            </a:r>
            <a:r>
              <a:rPr lang="en-US" altLang="ko-KR" dirty="0" err="1"/>
              <a:t>yz</a:t>
            </a:r>
            <a:r>
              <a:rPr lang="ko-KR" altLang="en-US" dirty="0"/>
              <a:t>평면 단면만 저장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격자 모양 </a:t>
            </a:r>
            <a:r>
              <a:rPr lang="en-US" altLang="ko-KR" dirty="0"/>
              <a:t>+ ((U + T) * 10000</a:t>
            </a:r>
            <a:r>
              <a:rPr lang="ko-KR" altLang="en-US" dirty="0"/>
              <a:t>개 정도 </a:t>
            </a:r>
            <a:r>
              <a:rPr lang="en-US" altLang="ko-KR" dirty="0"/>
              <a:t>cell + </a:t>
            </a:r>
            <a:r>
              <a:rPr lang="ko-KR" altLang="en-US" dirty="0" err="1"/>
              <a:t>시점별</a:t>
            </a:r>
            <a:r>
              <a:rPr lang="ko-KR" altLang="en-US" dirty="0"/>
              <a:t> 열전달 성분 </a:t>
            </a:r>
            <a:r>
              <a:rPr lang="ko-KR" altLang="en-US" dirty="0" err="1"/>
              <a:t>적분값</a:t>
            </a:r>
            <a:r>
              <a:rPr lang="en-US" altLang="ko-KR" dirty="0"/>
              <a:t>) * 300</a:t>
            </a:r>
            <a:r>
              <a:rPr lang="ko-KR" altLang="en-US" dirty="0"/>
              <a:t>개 정도 </a:t>
            </a:r>
            <a:r>
              <a:rPr lang="en-US" altLang="ko-KR" dirty="0" err="1"/>
              <a:t>snapsnot</a:t>
            </a:r>
            <a:endParaRPr lang="en-US" altLang="ko-KR" dirty="0"/>
          </a:p>
          <a:p>
            <a:pPr lvl="1"/>
            <a:r>
              <a:rPr lang="en-US" altLang="ko-KR" sz="1600" dirty="0"/>
              <a:t>FP32 </a:t>
            </a:r>
            <a:r>
              <a:rPr lang="ko-KR" altLang="en-US" sz="1600" dirty="0"/>
              <a:t>기준 </a:t>
            </a:r>
            <a:r>
              <a:rPr lang="en-US" altLang="ko-KR" sz="1600" dirty="0"/>
              <a:t>46 MB </a:t>
            </a:r>
            <a:r>
              <a:rPr lang="ko-KR" altLang="en-US" sz="1600" dirty="0"/>
              <a:t>정도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field </a:t>
            </a:r>
            <a:r>
              <a:rPr lang="ko-KR" altLang="en-US" sz="1600" dirty="0"/>
              <a:t>별 </a:t>
            </a:r>
            <a:r>
              <a:rPr lang="en-US" altLang="ko-KR" sz="1600" dirty="0"/>
              <a:t>scale/offset </a:t>
            </a:r>
            <a:r>
              <a:rPr lang="ko-KR" altLang="en-US" sz="1600" dirty="0"/>
              <a:t>적용 </a:t>
            </a:r>
            <a:r>
              <a:rPr lang="en-US" altLang="ko-KR" sz="1600" dirty="0"/>
              <a:t>16bit </a:t>
            </a:r>
            <a:r>
              <a:rPr lang="ko-KR" altLang="en-US" sz="1600" dirty="0"/>
              <a:t>양자화 적용시 </a:t>
            </a:r>
            <a:r>
              <a:rPr lang="en-US" altLang="ko-KR" sz="1600" dirty="0"/>
              <a:t>23 MB </a:t>
            </a:r>
            <a:r>
              <a:rPr lang="ko-KR" altLang="en-US" sz="1600" dirty="0"/>
              <a:t>정도</a:t>
            </a:r>
            <a:r>
              <a:rPr lang="en-US" altLang="ko-KR" sz="1600" dirty="0"/>
              <a:t>. 8bit </a:t>
            </a:r>
            <a:r>
              <a:rPr lang="ko-KR" altLang="en-US" sz="1600" dirty="0"/>
              <a:t>적용시 </a:t>
            </a:r>
            <a:r>
              <a:rPr lang="en-US" altLang="ko-KR" sz="1600" dirty="0"/>
              <a:t>12MB </a:t>
            </a:r>
            <a:r>
              <a:rPr lang="ko-KR" altLang="en-US" sz="1600" dirty="0"/>
              <a:t>정도</a:t>
            </a:r>
            <a:endParaRPr lang="en-US" altLang="ko-KR" sz="1600" dirty="0"/>
          </a:p>
          <a:p>
            <a:pPr lvl="2"/>
            <a:r>
              <a:rPr lang="ko-KR" altLang="en-US" sz="1400" dirty="0"/>
              <a:t>이 경우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백엔드</a:t>
            </a:r>
            <a:r>
              <a:rPr lang="ko-KR" altLang="en-US" sz="1400" dirty="0"/>
              <a:t> 처리가 조금 더 복잡해짐</a:t>
            </a:r>
            <a:endParaRPr lang="en-US" altLang="ko-KR" sz="14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실험 </a:t>
            </a:r>
            <a:r>
              <a:rPr lang="en-US" altLang="ko-KR" dirty="0"/>
              <a:t>A: </a:t>
            </a:r>
            <a:r>
              <a:rPr lang="ko-KR" altLang="en-US" dirty="0"/>
              <a:t>시각화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계산 케이스 및 데이터 양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8051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9A12D48-1202-4C32-A023-9F0D172E758F}"/>
              </a:ext>
            </a:extLst>
          </p:cNvPr>
          <p:cNvSpPr/>
          <p:nvPr/>
        </p:nvSpPr>
        <p:spPr>
          <a:xfrm>
            <a:off x="10921238" y="1581150"/>
            <a:ext cx="619125" cy="4119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199" y="1127464"/>
            <a:ext cx="10254577" cy="4764674"/>
          </a:xfrm>
        </p:spPr>
        <p:txBody>
          <a:bodyPr/>
          <a:lstStyle/>
          <a:p>
            <a:r>
              <a:rPr lang="ko-KR" altLang="en-US" dirty="0"/>
              <a:t>열전쌍은 비교적 단순하게</a:t>
            </a:r>
            <a:r>
              <a:rPr lang="en-US" altLang="ko-KR" dirty="0"/>
              <a:t>, </a:t>
            </a:r>
            <a:r>
              <a:rPr lang="ko-KR" altLang="en-US" dirty="0"/>
              <a:t>그냥 공중에 구 하나 </a:t>
            </a:r>
            <a:r>
              <a:rPr lang="ko-KR" altLang="en-US" dirty="0" err="1"/>
              <a:t>떠있는걸로</a:t>
            </a:r>
            <a:r>
              <a:rPr lang="ko-KR" altLang="en-US" dirty="0"/>
              <a:t> 생각하는게 </a:t>
            </a:r>
            <a:r>
              <a:rPr lang="ko-KR" altLang="en-US" dirty="0" err="1"/>
              <a:t>좋아보임</a:t>
            </a:r>
            <a:r>
              <a:rPr lang="en-US" altLang="ko-KR" dirty="0"/>
              <a:t>. (</a:t>
            </a:r>
            <a:r>
              <a:rPr lang="ko-KR" altLang="en-US" dirty="0"/>
              <a:t>계산 설정 및 시각화 측면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가열부는 적당한 철판으로 면적에 균일하게 </a:t>
            </a:r>
            <a:r>
              <a:rPr lang="ko-KR" altLang="en-US" dirty="0" err="1"/>
              <a:t>가열되는걸로</a:t>
            </a:r>
            <a:r>
              <a:rPr lang="en-US" altLang="ko-KR" dirty="0"/>
              <a:t>, </a:t>
            </a:r>
            <a:r>
              <a:rPr lang="ko-KR" altLang="en-US" dirty="0"/>
              <a:t>적당한 여유 구간 두고 그 밖의 파이프는 등온으로 </a:t>
            </a:r>
            <a:r>
              <a:rPr lang="en-US" altLang="ko-KR" dirty="0"/>
              <a:t>heat sink</a:t>
            </a:r>
            <a:r>
              <a:rPr lang="ko-KR" altLang="en-US" dirty="0"/>
              <a:t>처럼 작용하게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아래쪽 길이는</a:t>
            </a:r>
            <a:r>
              <a:rPr lang="en-US" altLang="ko-KR" dirty="0"/>
              <a:t>, 1.6 m/s </a:t>
            </a:r>
            <a:r>
              <a:rPr lang="ko-KR" altLang="en-US" dirty="0"/>
              <a:t>조건에서 </a:t>
            </a:r>
            <a:r>
              <a:rPr lang="en-US" altLang="ko-KR" dirty="0"/>
              <a:t>inlet</a:t>
            </a:r>
            <a:r>
              <a:rPr lang="ko-KR" altLang="en-US" dirty="0"/>
              <a:t>은 어쩔 수 없이 균일한 </a:t>
            </a:r>
            <a:r>
              <a:rPr lang="en-US" altLang="ko-KR" dirty="0"/>
              <a:t>z</a:t>
            </a:r>
            <a:r>
              <a:rPr lang="ko-KR" altLang="en-US" dirty="0"/>
              <a:t>방향이니</a:t>
            </a:r>
            <a:r>
              <a:rPr lang="en-US" altLang="ko-KR" dirty="0"/>
              <a:t>, </a:t>
            </a:r>
            <a:r>
              <a:rPr lang="ko-KR" altLang="en-US" dirty="0"/>
              <a:t>이들이 충분히 쪼개져서 </a:t>
            </a:r>
            <a:r>
              <a:rPr lang="en-US" altLang="ko-KR" dirty="0"/>
              <a:t>laminar</a:t>
            </a:r>
            <a:r>
              <a:rPr lang="ko-KR" altLang="en-US" dirty="0"/>
              <a:t>로 전이되는 길이 스케일은 잡아야 </a:t>
            </a:r>
            <a:r>
              <a:rPr lang="ko-KR" altLang="en-US" dirty="0" err="1"/>
              <a:t>할듯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이번엔 벽면이 가열되는 문제</a:t>
            </a:r>
            <a:r>
              <a:rPr lang="en-US" altLang="ko-KR" dirty="0"/>
              <a:t>. </a:t>
            </a:r>
            <a:r>
              <a:rPr lang="ko-KR" altLang="en-US" dirty="0"/>
              <a:t>벽면 </a:t>
            </a:r>
            <a:r>
              <a:rPr lang="en-US" altLang="ko-KR" dirty="0"/>
              <a:t>&amp; </a:t>
            </a:r>
            <a:r>
              <a:rPr lang="ko-KR" altLang="en-US" dirty="0" err="1"/>
              <a:t>열전쌍</a:t>
            </a:r>
            <a:r>
              <a:rPr lang="en-US" altLang="ko-KR" dirty="0"/>
              <a:t>(</a:t>
            </a:r>
            <a:r>
              <a:rPr lang="ko-KR" altLang="en-US" dirty="0"/>
              <a:t>구</a:t>
            </a:r>
            <a:r>
              <a:rPr lang="en-US" altLang="ko-KR" dirty="0"/>
              <a:t>) </a:t>
            </a:r>
            <a:r>
              <a:rPr lang="ko-KR" altLang="en-US" dirty="0"/>
              <a:t>주변 모두에 격자가 촘촘해야 함</a:t>
            </a:r>
            <a:r>
              <a:rPr lang="en-US" altLang="ko-KR" dirty="0"/>
              <a:t>. - </a:t>
            </a:r>
            <a:r>
              <a:rPr lang="ko-KR" altLang="en-US" dirty="0"/>
              <a:t>격자 수 증가 </a:t>
            </a:r>
            <a:r>
              <a:rPr lang="en-US" altLang="ko-KR" dirty="0"/>
              <a:t>~ 2</a:t>
            </a:r>
            <a:r>
              <a:rPr lang="ko-KR" altLang="en-US" dirty="0"/>
              <a:t>배 이상</a:t>
            </a:r>
          </a:p>
          <a:p>
            <a:r>
              <a:rPr lang="ko-KR" altLang="en-US" dirty="0"/>
              <a:t>시간 차분 단위도 더 </a:t>
            </a:r>
            <a:r>
              <a:rPr lang="ko-KR" altLang="en-US" dirty="0" err="1"/>
              <a:t>촘촘해야함</a:t>
            </a:r>
            <a:r>
              <a:rPr lang="ko-KR" altLang="en-US" dirty="0"/>
              <a:t> </a:t>
            </a:r>
            <a:r>
              <a:rPr lang="en-US" altLang="ko-KR" dirty="0"/>
              <a:t>- ~2</a:t>
            </a:r>
            <a:r>
              <a:rPr lang="ko-KR" altLang="en-US" dirty="0"/>
              <a:t>배 이상</a:t>
            </a:r>
          </a:p>
          <a:p>
            <a:r>
              <a:rPr lang="ko-KR" altLang="en-US" dirty="0"/>
              <a:t>강제대류까지 포함된다면 </a:t>
            </a:r>
            <a:r>
              <a:rPr lang="en-US" altLang="ko-KR" dirty="0"/>
              <a:t>- 1.6 m/s </a:t>
            </a:r>
            <a:r>
              <a:rPr lang="ko-KR" altLang="en-US" dirty="0"/>
              <a:t>기준 </a:t>
            </a:r>
            <a:r>
              <a:rPr lang="en-US" altLang="ko-KR" dirty="0"/>
              <a:t>Re ~ 7000 </a:t>
            </a:r>
            <a:r>
              <a:rPr lang="ko-KR" altLang="en-US" dirty="0"/>
              <a:t>이라 난류를 무조건 고려해야 </a:t>
            </a:r>
            <a:r>
              <a:rPr lang="en-US" altLang="ko-KR" dirty="0"/>
              <a:t>- CFD </a:t>
            </a:r>
            <a:r>
              <a:rPr lang="ko-KR" altLang="en-US" dirty="0"/>
              <a:t>계산에 더이상 </a:t>
            </a:r>
            <a:r>
              <a:rPr lang="en-US" altLang="ko-KR" dirty="0"/>
              <a:t>laminar model</a:t>
            </a:r>
            <a:r>
              <a:rPr lang="ko-KR" altLang="en-US" dirty="0"/>
              <a:t>을 사용하기 </a:t>
            </a:r>
            <a:r>
              <a:rPr lang="ko-KR" altLang="en-US" dirty="0" err="1"/>
              <a:t>어려워짐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k-\omega </a:t>
            </a:r>
            <a:r>
              <a:rPr lang="ko-KR" altLang="en-US" dirty="0"/>
              <a:t>모델 이용하는 편이 </a:t>
            </a:r>
            <a:r>
              <a:rPr lang="ko-KR" altLang="en-US" dirty="0" err="1"/>
              <a:t>좋아보임</a:t>
            </a:r>
            <a:r>
              <a:rPr lang="en-US" altLang="ko-KR" dirty="0"/>
              <a:t>. - laminar model</a:t>
            </a:r>
            <a:r>
              <a:rPr lang="ko-KR" altLang="en-US" dirty="0"/>
              <a:t>에 비해 계산 시간 </a:t>
            </a:r>
            <a:r>
              <a:rPr lang="en-US" altLang="ko-KR" dirty="0"/>
              <a:t>~ 2</a:t>
            </a:r>
            <a:r>
              <a:rPr lang="ko-KR" altLang="en-US" dirty="0"/>
              <a:t>배</a:t>
            </a:r>
          </a:p>
          <a:p>
            <a:r>
              <a:rPr lang="ko-KR" altLang="en-US" dirty="0"/>
              <a:t>한 케이스 계산에 최소 </a:t>
            </a:r>
            <a:r>
              <a:rPr lang="en-US" altLang="ko-KR" dirty="0"/>
              <a:t>5</a:t>
            </a:r>
            <a:r>
              <a:rPr lang="ko-KR" altLang="en-US" dirty="0"/>
              <a:t>배</a:t>
            </a:r>
            <a:r>
              <a:rPr lang="en-US" altLang="ko-KR" dirty="0"/>
              <a:t>~10</a:t>
            </a:r>
            <a:r>
              <a:rPr lang="ko-KR" altLang="en-US" dirty="0"/>
              <a:t>배 정도 시간은 걸릴 수 있음</a:t>
            </a:r>
            <a:r>
              <a:rPr lang="en-US" altLang="ko-KR" dirty="0"/>
              <a:t>. </a:t>
            </a:r>
            <a:r>
              <a:rPr lang="ko-KR" altLang="en-US" dirty="0"/>
              <a:t>케이스당 최소 </a:t>
            </a:r>
            <a:r>
              <a:rPr lang="en-US" altLang="ko-KR" dirty="0"/>
              <a:t>3</a:t>
            </a:r>
            <a:r>
              <a:rPr lang="ko-KR" altLang="en-US" dirty="0"/>
              <a:t>일</a:t>
            </a:r>
            <a:r>
              <a:rPr lang="en-US" altLang="ko-KR" dirty="0"/>
              <a:t>~</a:t>
            </a:r>
            <a:r>
              <a:rPr lang="ko-KR" altLang="en-US" dirty="0"/>
              <a:t>일주일 정도는 생각해야 할 듯</a:t>
            </a:r>
            <a:r>
              <a:rPr lang="en-US" altLang="ko-KR" dirty="0"/>
              <a:t>. --&gt; </a:t>
            </a:r>
            <a:r>
              <a:rPr lang="ko-KR" altLang="en-US" dirty="0"/>
              <a:t>실험의 모든 케이스 계산은 사실상 </a:t>
            </a:r>
            <a:r>
              <a:rPr lang="ko-KR" altLang="en-US" dirty="0" err="1"/>
              <a:t>불가능해보임</a:t>
            </a:r>
            <a:r>
              <a:rPr lang="en-US" altLang="ko-KR" dirty="0"/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실험 </a:t>
            </a:r>
            <a:r>
              <a:rPr lang="en-US" altLang="ko-KR" dirty="0"/>
              <a:t>B – </a:t>
            </a:r>
            <a:r>
              <a:rPr lang="ko-KR" altLang="en-US" dirty="0"/>
              <a:t>물리모델 및 수치모델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78AB24-FF64-4587-848D-5A844A40E0A6}"/>
              </a:ext>
            </a:extLst>
          </p:cNvPr>
          <p:cNvSpPr/>
          <p:nvPr/>
        </p:nvSpPr>
        <p:spPr>
          <a:xfrm>
            <a:off x="10980577" y="1441443"/>
            <a:ext cx="500448" cy="45201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F4D196A-B828-4880-AE9C-F98DE5489F08}"/>
              </a:ext>
            </a:extLst>
          </p:cNvPr>
          <p:cNvSpPr/>
          <p:nvPr/>
        </p:nvSpPr>
        <p:spPr>
          <a:xfrm>
            <a:off x="11185048" y="1736505"/>
            <a:ext cx="91506" cy="9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BBFFA2-C66F-4B01-A801-DA43FA1828F2}"/>
              </a:ext>
            </a:extLst>
          </p:cNvPr>
          <p:cNvSpPr/>
          <p:nvPr/>
        </p:nvSpPr>
        <p:spPr>
          <a:xfrm>
            <a:off x="10980577" y="5872856"/>
            <a:ext cx="500448" cy="88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229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유체 유동 시각화 측면에서</a:t>
            </a:r>
            <a:r>
              <a:rPr lang="en-US" altLang="ko-KR" dirty="0"/>
              <a:t>, emissivity </a:t>
            </a:r>
            <a:r>
              <a:rPr lang="ko-KR" altLang="en-US" dirty="0"/>
              <a:t>별 계산은 생략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5V 0m/s </a:t>
            </a:r>
            <a:r>
              <a:rPr lang="ko-KR" altLang="en-US" dirty="0" err="1"/>
              <a:t>큰구</a:t>
            </a:r>
            <a:r>
              <a:rPr lang="ko-KR" altLang="en-US" dirty="0"/>
              <a:t>      </a:t>
            </a:r>
            <a:r>
              <a:rPr lang="en-US" altLang="ko-KR" dirty="0"/>
              <a:t>- laminar model</a:t>
            </a:r>
          </a:p>
          <a:p>
            <a:r>
              <a:rPr lang="en-US" altLang="ko-KR" dirty="0"/>
              <a:t>17V 0m/s </a:t>
            </a:r>
            <a:r>
              <a:rPr lang="ko-KR" altLang="en-US" dirty="0" err="1"/>
              <a:t>큰구</a:t>
            </a:r>
            <a:r>
              <a:rPr lang="ko-KR" altLang="en-US" dirty="0"/>
              <a:t> </a:t>
            </a:r>
            <a:r>
              <a:rPr lang="en-US" altLang="ko-KR" dirty="0"/>
              <a:t>(+</a:t>
            </a:r>
            <a:r>
              <a:rPr lang="ko-KR" altLang="en-US" dirty="0" err="1"/>
              <a:t>작은구</a:t>
            </a:r>
            <a:r>
              <a:rPr lang="en-US" altLang="ko-KR" dirty="0"/>
              <a:t>)   - laminar model</a:t>
            </a:r>
          </a:p>
          <a:p>
            <a:r>
              <a:rPr lang="en-US" altLang="ko-KR" dirty="0"/>
              <a:t>17V 0.2m/s </a:t>
            </a:r>
            <a:r>
              <a:rPr lang="ko-KR" altLang="en-US" dirty="0" err="1"/>
              <a:t>큰구</a:t>
            </a:r>
            <a:r>
              <a:rPr lang="ko-KR" altLang="en-US" dirty="0"/>
              <a:t> </a:t>
            </a:r>
            <a:r>
              <a:rPr lang="en-US" altLang="ko-KR" dirty="0"/>
              <a:t>(+</a:t>
            </a:r>
            <a:r>
              <a:rPr lang="ko-KR" altLang="en-US" dirty="0" err="1"/>
              <a:t>작은구</a:t>
            </a:r>
            <a:r>
              <a:rPr lang="en-US" altLang="ko-KR" dirty="0"/>
              <a:t>)   - laminar model</a:t>
            </a:r>
          </a:p>
          <a:p>
            <a:r>
              <a:rPr lang="en-US" altLang="ko-KR" dirty="0"/>
              <a:t>17V 1.6m/s </a:t>
            </a:r>
            <a:r>
              <a:rPr lang="ko-KR" altLang="en-US" dirty="0" err="1"/>
              <a:t>작은구</a:t>
            </a:r>
            <a:r>
              <a:rPr lang="ko-KR" altLang="en-US" dirty="0"/>
              <a:t> </a:t>
            </a:r>
            <a:r>
              <a:rPr lang="ko-KR" altLang="en-US" dirty="0" err="1"/>
              <a:t>큰구</a:t>
            </a:r>
            <a:r>
              <a:rPr lang="ko-KR" altLang="en-US" dirty="0"/>
              <a:t>   </a:t>
            </a:r>
            <a:r>
              <a:rPr lang="en-US" altLang="ko-KR" dirty="0"/>
              <a:t>- k-omega model</a:t>
            </a:r>
          </a:p>
          <a:p>
            <a:pPr lvl="1"/>
            <a:r>
              <a:rPr lang="en-US" altLang="ko-KR" sz="1600" dirty="0"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ym typeface="Wingdings" panose="05000000000000000000" pitchFamily="2" charset="2"/>
              </a:rPr>
              <a:t>이걸 먼저 수행</a:t>
            </a:r>
            <a:r>
              <a:rPr lang="en-US" altLang="ko-KR" sz="1600" dirty="0"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sym typeface="Wingdings" panose="05000000000000000000" pitchFamily="2" charset="2"/>
              </a:rPr>
              <a:t>결과 공유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실험 </a:t>
            </a:r>
            <a:r>
              <a:rPr lang="en-US" altLang="ko-KR" dirty="0"/>
              <a:t>B – CFD </a:t>
            </a:r>
            <a:r>
              <a:rPr lang="ko-KR" altLang="en-US" dirty="0"/>
              <a:t>계산 케이스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BC01-00FA-4D0B-94B3-AF594F486943}"/>
              </a:ext>
            </a:extLst>
          </p:cNvPr>
          <p:cNvSpPr txBox="1"/>
          <p:nvPr/>
        </p:nvSpPr>
        <p:spPr>
          <a:xfrm>
            <a:off x="669337" y="938805"/>
            <a:ext cx="10562142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에스코어 드림 6 Bold" panose="020B0703030302020204" pitchFamily="34" charset="-127"/>
              <a:buChar char="ㅣ"/>
            </a:pPr>
            <a:r>
              <a:rPr lang="ko-KR" altLang="en-US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일부 케이스만 계산</a:t>
            </a:r>
            <a:endParaRPr lang="en-US" altLang="ko-KR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9520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DAC35E-09CC-4B65-AB32-7638E90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CFD 예상 타임라인</a:t>
            </a:r>
          </a:p>
          <a:p>
            <a:r>
              <a:rPr lang="ko-KR" altLang="en-US" dirty="0"/>
              <a:t>실험 </a:t>
            </a:r>
            <a:r>
              <a:rPr lang="ko-KR" altLang="en-US" dirty="0" err="1"/>
              <a:t>A</a:t>
            </a:r>
            <a:r>
              <a:rPr lang="ko-KR" altLang="en-US" dirty="0"/>
              <a:t> 계산 마무리 ~ 9/6</a:t>
            </a:r>
          </a:p>
          <a:p>
            <a:r>
              <a:rPr lang="ko-KR" altLang="en-US" dirty="0"/>
              <a:t>실험 </a:t>
            </a:r>
            <a:r>
              <a:rPr lang="ko-KR" altLang="en-US" dirty="0" err="1"/>
              <a:t>B</a:t>
            </a:r>
            <a:r>
              <a:rPr lang="ko-KR" altLang="en-US" dirty="0"/>
              <a:t> 계산 조건 설정 ~ 9/13</a:t>
            </a:r>
          </a:p>
          <a:p>
            <a:r>
              <a:rPr lang="ko-KR" altLang="en-US" dirty="0"/>
              <a:t>실험 </a:t>
            </a:r>
            <a:r>
              <a:rPr lang="ko-KR" altLang="en-US" dirty="0" err="1"/>
              <a:t>B</a:t>
            </a:r>
            <a:r>
              <a:rPr lang="ko-KR" altLang="en-US" dirty="0"/>
              <a:t> 계산 진행 - ~10/4</a:t>
            </a:r>
          </a:p>
          <a:p>
            <a:endParaRPr lang="ko-KR" altLang="en-US" dirty="0"/>
          </a:p>
          <a:p>
            <a:r>
              <a:rPr lang="ko-KR" altLang="en-US" dirty="0"/>
              <a:t>사이트 필수 기능 탑재 마무리 - 10월 </a:t>
            </a:r>
            <a:r>
              <a:rPr lang="ko-KR" altLang="en-US" dirty="0" err="1"/>
              <a:t>둘째주</a:t>
            </a:r>
            <a:r>
              <a:rPr lang="ko-KR" altLang="en-US" dirty="0"/>
              <a:t> 중. 교수님 피드백 받기.</a:t>
            </a:r>
          </a:p>
          <a:p>
            <a:endParaRPr lang="ko-KR" altLang="en-US" dirty="0"/>
          </a:p>
          <a:p>
            <a:r>
              <a:rPr lang="ko-KR" altLang="en-US" dirty="0"/>
              <a:t>수업 시작 - 10/23</a:t>
            </a:r>
          </a:p>
          <a:p>
            <a:endParaRPr lang="ko-KR" altLang="en-US" dirty="0"/>
          </a:p>
          <a:p>
            <a:r>
              <a:rPr lang="ko-KR" altLang="en-US" dirty="0"/>
              <a:t>실험 </a:t>
            </a:r>
            <a:r>
              <a:rPr lang="ko-KR" altLang="en-US" dirty="0" err="1"/>
              <a:t>A</a:t>
            </a:r>
            <a:r>
              <a:rPr lang="ko-KR" altLang="en-US" dirty="0"/>
              <a:t> 계산 마무리 되는대로 </a:t>
            </a:r>
            <a:r>
              <a:rPr lang="ko-KR" altLang="en-US" dirty="0" err="1"/>
              <a:t>readable</a:t>
            </a:r>
            <a:r>
              <a:rPr lang="ko-KR" altLang="en-US" dirty="0"/>
              <a:t> </a:t>
            </a:r>
            <a:r>
              <a:rPr lang="ko-KR" altLang="en-US" dirty="0" err="1"/>
              <a:t>datafile</a:t>
            </a:r>
            <a:r>
              <a:rPr lang="ko-KR" altLang="en-US" dirty="0"/>
              <a:t> 공유, 시각화  </a:t>
            </a:r>
            <a:r>
              <a:rPr lang="ko-KR" altLang="en-US" dirty="0" err="1"/>
              <a:t>백엔드+프론트엔드</a:t>
            </a:r>
            <a:r>
              <a:rPr lang="ko-KR" altLang="en-US" dirty="0"/>
              <a:t> 구현을 같이 진행해줘야 할 듯.</a:t>
            </a:r>
          </a:p>
          <a:p>
            <a:r>
              <a:rPr lang="ko-KR" altLang="en-US" dirty="0"/>
              <a:t>실험 </a:t>
            </a:r>
            <a:r>
              <a:rPr lang="ko-KR" altLang="en-US" dirty="0" err="1"/>
              <a:t>B는</a:t>
            </a:r>
            <a:r>
              <a:rPr lang="ko-KR" altLang="en-US" dirty="0"/>
              <a:t> 계산 설정 이후 </a:t>
            </a:r>
            <a:r>
              <a:rPr lang="ko-KR" altLang="en-US" dirty="0" err="1"/>
              <a:t>prototype</a:t>
            </a:r>
            <a:r>
              <a:rPr lang="ko-KR" altLang="en-US" dirty="0"/>
              <a:t> 계산 하나 </a:t>
            </a:r>
            <a:r>
              <a:rPr lang="ko-KR" altLang="en-US" dirty="0" err="1"/>
              <a:t>마무리되는대로</a:t>
            </a:r>
            <a:r>
              <a:rPr lang="ko-KR" altLang="en-US" dirty="0"/>
              <a:t> 일단 데이터 공유, 시각화 개발 진행. 데이터는 이후 동일 포맷으로 완성해서 공유</a:t>
            </a:r>
            <a:r>
              <a:rPr lang="en-US" altLang="ko-KR" dirty="0"/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3EA17C-564B-4A4F-A3A6-3EA5677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Plan, Timeline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0638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에스코어 드림 6 Bold"/>
        <a:ea typeface="에스코어 드림 6 Bold"/>
        <a:cs typeface=""/>
      </a:majorFont>
      <a:minorFont>
        <a:latin typeface="에스코어 드림 4 Regular"/>
        <a:ea typeface="에스코어 드림 4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20428</TotalTime>
  <Words>1837</Words>
  <Application>Microsoft Office PowerPoint</Application>
  <PresentationFormat>와이드스크린</PresentationFormat>
  <Paragraphs>217</Paragraphs>
  <Slides>42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2" baseType="lpstr">
      <vt:lpstr>에스코어 드림 6 Bold</vt:lpstr>
      <vt:lpstr>에스코어 드림 5 Medium</vt:lpstr>
      <vt:lpstr>맑은 고딕</vt:lpstr>
      <vt:lpstr>Pretendard ExtraLight</vt:lpstr>
      <vt:lpstr>에스코어 드림 4 Regular</vt:lpstr>
      <vt:lpstr>에스코어 드림 8 Heavy</vt:lpstr>
      <vt:lpstr>Arial</vt:lpstr>
      <vt:lpstr>에스코어 드림 7 ExtraBold</vt:lpstr>
      <vt:lpstr>Wingdings</vt:lpstr>
      <vt:lpstr>Office 테마</vt:lpstr>
      <vt:lpstr>PowerPoint 프레젠테이션</vt:lpstr>
      <vt:lpstr>Contents</vt:lpstr>
      <vt:lpstr>1. 실험 A: CFD setting</vt:lpstr>
      <vt:lpstr>1. 실험 A: CFD setting</vt:lpstr>
      <vt:lpstr>1. 실험 A: CFD setting – 물리 모델</vt:lpstr>
      <vt:lpstr>1. 실험 A: CFD setting – 물리 모델</vt:lpstr>
      <vt:lpstr>1. 실험 A: CFD setting – 물리 모델</vt:lpstr>
      <vt:lpstr>1. 실험 A: CFD setting – 물리 모델</vt:lpstr>
      <vt:lpstr>1. 실험 A: CFD setting – 물리 모델</vt:lpstr>
      <vt:lpstr>1. 실험 A: CFD setting – 물리 모델</vt:lpstr>
      <vt:lpstr>1. 실험 A: CFD setting – 수치 해석 모델</vt:lpstr>
      <vt:lpstr>1. 실험 A: CFD setting – 수치 해석 모델</vt:lpstr>
      <vt:lpstr>1. 실험 A: CFD setting – 수치 해석 모델</vt:lpstr>
      <vt:lpstr>1. 실험 A: CFD setting – CFD 테스트 주요 결과</vt:lpstr>
      <vt:lpstr>1. 실험 A: CFD 결과 시각화 예시 – 17V, yz plane, 5s</vt:lpstr>
      <vt:lpstr>1. 실험 A: CFD 결과 시각화 예시 – 17V, yz plane, 10s</vt:lpstr>
      <vt:lpstr>1. 실험 A: CFD 결과 시각화 예시 – 17V, yz plane, 15s</vt:lpstr>
      <vt:lpstr>1. 실험 A: CFD 결과 시각화 예시 – 17V, yz plane, 20s</vt:lpstr>
      <vt:lpstr>1. 실험 A: CFD 결과 시각화 예시 – 17V, yz plane, 25s</vt:lpstr>
      <vt:lpstr>1. 실험 A: CFD 결과 시각화 예시 – 17V, yz plane, 30s</vt:lpstr>
      <vt:lpstr>1. 실험 A: CFD 결과 시각화 예시 – 17V, yz plane, 35s</vt:lpstr>
      <vt:lpstr>1. 실험 A: CFD 결과 시각화 예시 – 17V, yz plane, 40s</vt:lpstr>
      <vt:lpstr>1. 실험 A: CFD 결과 시각화 예시 – 17V, yz plane, 45s</vt:lpstr>
      <vt:lpstr>1. 실험 A: CFD 결과 시각화 예시 – 17V, yz plane, 50s</vt:lpstr>
      <vt:lpstr>1. 실험 A: CFD 결과 시각화 예시 – 17V, yz plane, 55s</vt:lpstr>
      <vt:lpstr>1. 실험 A: CFD 결과 시각화 예시 – 17V, yz plane, 60s</vt:lpstr>
      <vt:lpstr>1. 실험 A: CFD 결과 시각화 예시 – 17V, xz plane, 5s</vt:lpstr>
      <vt:lpstr>1. 실험 A: CFD 결과 시각화 예시 – 17V, xz plane, 10s</vt:lpstr>
      <vt:lpstr>1. 실험 A: CFD 결과 시각화 예시 – 17V, xz plane, 15s</vt:lpstr>
      <vt:lpstr>1. 실험 A: CFD 결과 시각화 예시 – 17V, xz plane, 20s</vt:lpstr>
      <vt:lpstr>1. 실험 A: CFD 결과 시각화 예시 – 17V, xz plane, 25s</vt:lpstr>
      <vt:lpstr>1. 실험 A: CFD 결과 시각화 예시 – 17V, xz plane, 30s</vt:lpstr>
      <vt:lpstr>1. 실험 A: CFD 결과 시각화 예시 – 17V, xz plane, 35s</vt:lpstr>
      <vt:lpstr>1. 실험 A: CFD 결과 시각화 예시 – 17V, xz plane, 40s</vt:lpstr>
      <vt:lpstr>1. 실험 A: CFD 결과 시각화 예시 – 17V, xz plane, 45s</vt:lpstr>
      <vt:lpstr>1. 실험 A: CFD 결과 시각화 예시 – 17V, xz plane, 50s</vt:lpstr>
      <vt:lpstr>1. 실험 A: CFD 결과 시각화 예시 – 17V, xz plane, 55s</vt:lpstr>
      <vt:lpstr>1. 실험 A: CFD 결과 시각화 예시 – 17V, xz plane, 60s</vt:lpstr>
      <vt:lpstr>1. 실험 A: 시각화</vt:lpstr>
      <vt:lpstr>2. 실험 B – 물리모델 및 수치모델</vt:lpstr>
      <vt:lpstr>2. 실험 B – CFD 계산 케이스</vt:lpstr>
      <vt:lpstr>Plan, 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MICC_SEOK</dc:creator>
  <cp:lastModifiedBy>석정헌</cp:lastModifiedBy>
  <cp:revision>82</cp:revision>
  <dcterms:created xsi:type="dcterms:W3CDTF">2023-09-12T12:49:59Z</dcterms:created>
  <dcterms:modified xsi:type="dcterms:W3CDTF">2026-09-02T04:48:55Z</dcterms:modified>
</cp:coreProperties>
</file>